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66" r:id="rId1"/>
  </p:sldMasterIdLst>
  <p:notesMasterIdLst>
    <p:notesMasterId r:id="rId18"/>
  </p:notesMasterIdLst>
  <p:sldIdLst>
    <p:sldId id="281" r:id="rId2"/>
    <p:sldId id="284" r:id="rId3"/>
    <p:sldId id="285" r:id="rId4"/>
    <p:sldId id="295" r:id="rId5"/>
    <p:sldId id="286" r:id="rId6"/>
    <p:sldId id="296" r:id="rId7"/>
    <p:sldId id="287" r:id="rId8"/>
    <p:sldId id="298" r:id="rId9"/>
    <p:sldId id="288" r:id="rId10"/>
    <p:sldId id="289" r:id="rId11"/>
    <p:sldId id="297" r:id="rId12"/>
    <p:sldId id="290" r:id="rId13"/>
    <p:sldId id="291" r:id="rId14"/>
    <p:sldId id="292" r:id="rId15"/>
    <p:sldId id="294" r:id="rId16"/>
    <p:sldId id="299" r:id="rId17"/>
  </p:sldIdLst>
  <p:sldSz cx="9144000" cy="6858000" type="screen4x3"/>
  <p:notesSz cx="9144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67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6EDAFF-A744-4F26-A041-135672A3B12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C380C37-8D13-4777-80BE-B921D8924B89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Project Overview</a:t>
          </a:r>
        </a:p>
      </dgm:t>
    </dgm:pt>
    <dgm:pt modelId="{4E17EE39-36A2-4383-B7AB-8893F42ABF49}" type="parTrans" cxnId="{F00527C9-4B27-4E88-BFF9-3F916976D2BD}">
      <dgm:prSet/>
      <dgm:spPr/>
      <dgm:t>
        <a:bodyPr/>
        <a:lstStyle/>
        <a:p>
          <a:endParaRPr lang="en-US"/>
        </a:p>
      </dgm:t>
    </dgm:pt>
    <dgm:pt modelId="{AB713804-C93A-4838-B303-51F9D587FC6A}" type="sibTrans" cxnId="{F00527C9-4B27-4E88-BFF9-3F916976D2BD}">
      <dgm:prSet/>
      <dgm:spPr/>
      <dgm:t>
        <a:bodyPr/>
        <a:lstStyle/>
        <a:p>
          <a:endParaRPr lang="en-US"/>
        </a:p>
      </dgm:t>
    </dgm:pt>
    <dgm:pt modelId="{A296E7F4-BC38-4DB4-9673-15198A80DC05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Requirement Gathering &amp; Data Collection</a:t>
          </a:r>
        </a:p>
      </dgm:t>
    </dgm:pt>
    <dgm:pt modelId="{4B216ED4-686A-4F25-836D-39EE971FE023}" type="parTrans" cxnId="{B60489E7-F63C-4D12-8584-085F20FE7D34}">
      <dgm:prSet/>
      <dgm:spPr/>
      <dgm:t>
        <a:bodyPr/>
        <a:lstStyle/>
        <a:p>
          <a:endParaRPr lang="en-US"/>
        </a:p>
      </dgm:t>
    </dgm:pt>
    <dgm:pt modelId="{0AE7C786-9068-4CEE-9D2B-B6942DE9C220}" type="sibTrans" cxnId="{B60489E7-F63C-4D12-8584-085F20FE7D34}">
      <dgm:prSet/>
      <dgm:spPr/>
      <dgm:t>
        <a:bodyPr/>
        <a:lstStyle/>
        <a:p>
          <a:endParaRPr lang="en-US"/>
        </a:p>
      </dgm:t>
    </dgm:pt>
    <dgm:pt modelId="{DCA88B7D-7AEE-4D44-BAE9-AF0BEAC34CD9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Design Phase</a:t>
          </a:r>
        </a:p>
      </dgm:t>
    </dgm:pt>
    <dgm:pt modelId="{D4734579-70A6-4E3A-A469-95442A290511}" type="parTrans" cxnId="{259B201A-0D6F-4781-A492-E4B3B06669A5}">
      <dgm:prSet/>
      <dgm:spPr/>
      <dgm:t>
        <a:bodyPr/>
        <a:lstStyle/>
        <a:p>
          <a:endParaRPr lang="en-US"/>
        </a:p>
      </dgm:t>
    </dgm:pt>
    <dgm:pt modelId="{8185B24F-78DF-4494-A04F-FB8D7A9DD0D8}" type="sibTrans" cxnId="{259B201A-0D6F-4781-A492-E4B3B06669A5}">
      <dgm:prSet/>
      <dgm:spPr/>
      <dgm:t>
        <a:bodyPr/>
        <a:lstStyle/>
        <a:p>
          <a:endParaRPr lang="en-US"/>
        </a:p>
      </dgm:t>
    </dgm:pt>
    <dgm:pt modelId="{35DAAF45-4188-49E3-A2E3-E8985FC3210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Development Kickoff</a:t>
          </a:r>
        </a:p>
      </dgm:t>
    </dgm:pt>
    <dgm:pt modelId="{7AE59101-35E2-42FF-923B-BFD7E3B81F9F}" type="parTrans" cxnId="{CA240C5C-F2B0-4544-8A42-DAEBB11AB1CD}">
      <dgm:prSet/>
      <dgm:spPr/>
      <dgm:t>
        <a:bodyPr/>
        <a:lstStyle/>
        <a:p>
          <a:endParaRPr lang="en-US"/>
        </a:p>
      </dgm:t>
    </dgm:pt>
    <dgm:pt modelId="{27FC7F88-F7FA-4012-B75B-6680F796C60A}" type="sibTrans" cxnId="{CA240C5C-F2B0-4544-8A42-DAEBB11AB1CD}">
      <dgm:prSet/>
      <dgm:spPr/>
      <dgm:t>
        <a:bodyPr/>
        <a:lstStyle/>
        <a:p>
          <a:endParaRPr lang="en-US"/>
        </a:p>
      </dgm:t>
    </dgm:pt>
    <dgm:pt modelId="{EE2F5607-6866-4CDE-A052-E8DB891DCB9F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SDG Goals Mapping</a:t>
          </a:r>
        </a:p>
      </dgm:t>
    </dgm:pt>
    <dgm:pt modelId="{54CC5125-E637-4CA1-9050-D7349B2A6AE9}" type="parTrans" cxnId="{03E0E6C8-5F4F-40A8-845F-BEAF676D8EE4}">
      <dgm:prSet/>
      <dgm:spPr/>
      <dgm:t>
        <a:bodyPr/>
        <a:lstStyle/>
        <a:p>
          <a:endParaRPr lang="en-US"/>
        </a:p>
      </dgm:t>
    </dgm:pt>
    <dgm:pt modelId="{CF292A19-80C5-428C-9AA5-7224533767A4}" type="sibTrans" cxnId="{03E0E6C8-5F4F-40A8-845F-BEAF676D8EE4}">
      <dgm:prSet/>
      <dgm:spPr/>
      <dgm:t>
        <a:bodyPr/>
        <a:lstStyle/>
        <a:p>
          <a:endParaRPr lang="en-US"/>
        </a:p>
      </dgm:t>
    </dgm:pt>
    <dgm:pt modelId="{DA57C6CF-3077-49EB-A30A-62F082C78D3A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Multidisciplinary Approach</a:t>
          </a:r>
        </a:p>
      </dgm:t>
    </dgm:pt>
    <dgm:pt modelId="{C45F9867-37FD-4F25-BA45-D19321091AE2}" type="parTrans" cxnId="{9A812CDB-0CB2-4B45-885E-CDB99803FD6D}">
      <dgm:prSet/>
      <dgm:spPr/>
      <dgm:t>
        <a:bodyPr/>
        <a:lstStyle/>
        <a:p>
          <a:endParaRPr lang="en-US"/>
        </a:p>
      </dgm:t>
    </dgm:pt>
    <dgm:pt modelId="{58F2B183-8AA5-47DB-8989-4F98B6E19D8F}" type="sibTrans" cxnId="{9A812CDB-0CB2-4B45-885E-CDB99803FD6D}">
      <dgm:prSet/>
      <dgm:spPr/>
      <dgm:t>
        <a:bodyPr/>
        <a:lstStyle/>
        <a:p>
          <a:endParaRPr lang="en-US"/>
        </a:p>
      </dgm:t>
    </dgm:pt>
    <dgm:pt modelId="{B1E47B61-ED87-43A4-8BAE-12E684009A89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Novelty Factor</a:t>
          </a:r>
        </a:p>
      </dgm:t>
    </dgm:pt>
    <dgm:pt modelId="{82E0B06D-18D4-4453-AF3D-965AE74D6F6E}" type="parTrans" cxnId="{5CE6C49C-4A39-4940-9918-3934CE90F58F}">
      <dgm:prSet/>
      <dgm:spPr/>
      <dgm:t>
        <a:bodyPr/>
        <a:lstStyle/>
        <a:p>
          <a:endParaRPr lang="en-US"/>
        </a:p>
      </dgm:t>
    </dgm:pt>
    <dgm:pt modelId="{3D3150B7-371E-47E2-96DE-33860E111D7B}" type="sibTrans" cxnId="{5CE6C49C-4A39-4940-9918-3934CE90F58F}">
      <dgm:prSet/>
      <dgm:spPr/>
      <dgm:t>
        <a:bodyPr/>
        <a:lstStyle/>
        <a:p>
          <a:endParaRPr lang="en-US"/>
        </a:p>
      </dgm:t>
    </dgm:pt>
    <dgm:pt modelId="{EB9A73BB-8385-4330-805B-79536EB9C94A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Challenges &amp; Risks</a:t>
          </a:r>
        </a:p>
      </dgm:t>
    </dgm:pt>
    <dgm:pt modelId="{7B702B87-545B-41C4-B5F1-4B9AEBDC366D}" type="parTrans" cxnId="{976EF366-A436-4333-82B2-BC9F7E64E588}">
      <dgm:prSet/>
      <dgm:spPr/>
      <dgm:t>
        <a:bodyPr/>
        <a:lstStyle/>
        <a:p>
          <a:endParaRPr lang="en-US"/>
        </a:p>
      </dgm:t>
    </dgm:pt>
    <dgm:pt modelId="{31FF26C2-80B8-496A-AB67-673B92C499FF}" type="sibTrans" cxnId="{976EF366-A436-4333-82B2-BC9F7E64E588}">
      <dgm:prSet/>
      <dgm:spPr/>
      <dgm:t>
        <a:bodyPr/>
        <a:lstStyle/>
        <a:p>
          <a:endParaRPr lang="en-US"/>
        </a:p>
      </dgm:t>
    </dgm:pt>
    <dgm:pt modelId="{95C2081D-474E-48FC-91BD-EEA674E6E035}" type="pres">
      <dgm:prSet presAssocID="{716EDAFF-A744-4F26-A041-135672A3B127}" presName="vert0" presStyleCnt="0">
        <dgm:presLayoutVars>
          <dgm:dir/>
          <dgm:animOne val="branch"/>
          <dgm:animLvl val="lvl"/>
        </dgm:presLayoutVars>
      </dgm:prSet>
      <dgm:spPr/>
    </dgm:pt>
    <dgm:pt modelId="{6C04CABA-DD68-47C5-8010-51E08A39DEC1}" type="pres">
      <dgm:prSet presAssocID="{6C380C37-8D13-4777-80BE-B921D8924B89}" presName="thickLine" presStyleLbl="alignNode1" presStyleIdx="0" presStyleCnt="8"/>
      <dgm:spPr/>
    </dgm:pt>
    <dgm:pt modelId="{729D2B7A-A8A8-4433-AB3F-8D12337285EA}" type="pres">
      <dgm:prSet presAssocID="{6C380C37-8D13-4777-80BE-B921D8924B89}" presName="horz1" presStyleCnt="0"/>
      <dgm:spPr/>
    </dgm:pt>
    <dgm:pt modelId="{C0A40D2F-D8F1-44AC-8871-5FE6C6EE971E}" type="pres">
      <dgm:prSet presAssocID="{6C380C37-8D13-4777-80BE-B921D8924B89}" presName="tx1" presStyleLbl="revTx" presStyleIdx="0" presStyleCnt="8"/>
      <dgm:spPr/>
    </dgm:pt>
    <dgm:pt modelId="{1FDE17FA-36B3-4578-983E-9F7BF47D6537}" type="pres">
      <dgm:prSet presAssocID="{6C380C37-8D13-4777-80BE-B921D8924B89}" presName="vert1" presStyleCnt="0"/>
      <dgm:spPr/>
    </dgm:pt>
    <dgm:pt modelId="{786ABB31-6436-459E-8F83-A13AC0F49CFB}" type="pres">
      <dgm:prSet presAssocID="{A296E7F4-BC38-4DB4-9673-15198A80DC05}" presName="thickLine" presStyleLbl="alignNode1" presStyleIdx="1" presStyleCnt="8"/>
      <dgm:spPr/>
    </dgm:pt>
    <dgm:pt modelId="{BA2E003B-5922-4259-BA67-34583B55BA4F}" type="pres">
      <dgm:prSet presAssocID="{A296E7F4-BC38-4DB4-9673-15198A80DC05}" presName="horz1" presStyleCnt="0"/>
      <dgm:spPr/>
    </dgm:pt>
    <dgm:pt modelId="{EDCF3752-7009-4783-B71C-68F8D6172FE0}" type="pres">
      <dgm:prSet presAssocID="{A296E7F4-BC38-4DB4-9673-15198A80DC05}" presName="tx1" presStyleLbl="revTx" presStyleIdx="1" presStyleCnt="8"/>
      <dgm:spPr/>
    </dgm:pt>
    <dgm:pt modelId="{3A68B861-B29F-4F15-AED9-836AB342E907}" type="pres">
      <dgm:prSet presAssocID="{A296E7F4-BC38-4DB4-9673-15198A80DC05}" presName="vert1" presStyleCnt="0"/>
      <dgm:spPr/>
    </dgm:pt>
    <dgm:pt modelId="{B1922F09-4712-498D-99E9-44774F178508}" type="pres">
      <dgm:prSet presAssocID="{DCA88B7D-7AEE-4D44-BAE9-AF0BEAC34CD9}" presName="thickLine" presStyleLbl="alignNode1" presStyleIdx="2" presStyleCnt="8"/>
      <dgm:spPr/>
    </dgm:pt>
    <dgm:pt modelId="{35ED93FC-C645-4F89-B64B-54FFB7436701}" type="pres">
      <dgm:prSet presAssocID="{DCA88B7D-7AEE-4D44-BAE9-AF0BEAC34CD9}" presName="horz1" presStyleCnt="0"/>
      <dgm:spPr/>
    </dgm:pt>
    <dgm:pt modelId="{171592CF-FA19-4E36-885E-98294062A795}" type="pres">
      <dgm:prSet presAssocID="{DCA88B7D-7AEE-4D44-BAE9-AF0BEAC34CD9}" presName="tx1" presStyleLbl="revTx" presStyleIdx="2" presStyleCnt="8"/>
      <dgm:spPr/>
    </dgm:pt>
    <dgm:pt modelId="{35631954-507A-48FD-A770-2EAE9408E5DF}" type="pres">
      <dgm:prSet presAssocID="{DCA88B7D-7AEE-4D44-BAE9-AF0BEAC34CD9}" presName="vert1" presStyleCnt="0"/>
      <dgm:spPr/>
    </dgm:pt>
    <dgm:pt modelId="{FC3A1950-0EF8-41AB-8518-870C1668D4E0}" type="pres">
      <dgm:prSet presAssocID="{35DAAF45-4188-49E3-A2E3-E8985FC32100}" presName="thickLine" presStyleLbl="alignNode1" presStyleIdx="3" presStyleCnt="8"/>
      <dgm:spPr/>
    </dgm:pt>
    <dgm:pt modelId="{759BA678-EE01-4884-BB2C-AF52D0C39489}" type="pres">
      <dgm:prSet presAssocID="{35DAAF45-4188-49E3-A2E3-E8985FC32100}" presName="horz1" presStyleCnt="0"/>
      <dgm:spPr/>
    </dgm:pt>
    <dgm:pt modelId="{55DDF23C-35EF-48D2-BE9B-B304AC3E42B7}" type="pres">
      <dgm:prSet presAssocID="{35DAAF45-4188-49E3-A2E3-E8985FC32100}" presName="tx1" presStyleLbl="revTx" presStyleIdx="3" presStyleCnt="8"/>
      <dgm:spPr/>
    </dgm:pt>
    <dgm:pt modelId="{D809A52C-1148-47F4-9DBD-743FC54D0AA5}" type="pres">
      <dgm:prSet presAssocID="{35DAAF45-4188-49E3-A2E3-E8985FC32100}" presName="vert1" presStyleCnt="0"/>
      <dgm:spPr/>
    </dgm:pt>
    <dgm:pt modelId="{12F3B99F-EA1E-4566-9879-534012805802}" type="pres">
      <dgm:prSet presAssocID="{EE2F5607-6866-4CDE-A052-E8DB891DCB9F}" presName="thickLine" presStyleLbl="alignNode1" presStyleIdx="4" presStyleCnt="8"/>
      <dgm:spPr/>
    </dgm:pt>
    <dgm:pt modelId="{6ADFA2EF-D75A-41FD-9DBA-02646176C2C8}" type="pres">
      <dgm:prSet presAssocID="{EE2F5607-6866-4CDE-A052-E8DB891DCB9F}" presName="horz1" presStyleCnt="0"/>
      <dgm:spPr/>
    </dgm:pt>
    <dgm:pt modelId="{D78D89AE-F19B-406C-ACEA-409D4CCF8448}" type="pres">
      <dgm:prSet presAssocID="{EE2F5607-6866-4CDE-A052-E8DB891DCB9F}" presName="tx1" presStyleLbl="revTx" presStyleIdx="4" presStyleCnt="8"/>
      <dgm:spPr/>
    </dgm:pt>
    <dgm:pt modelId="{80C996F5-03E1-4E95-B568-32739BBC3947}" type="pres">
      <dgm:prSet presAssocID="{EE2F5607-6866-4CDE-A052-E8DB891DCB9F}" presName="vert1" presStyleCnt="0"/>
      <dgm:spPr/>
    </dgm:pt>
    <dgm:pt modelId="{948845E9-921F-4431-AC50-B930B5683C57}" type="pres">
      <dgm:prSet presAssocID="{DA57C6CF-3077-49EB-A30A-62F082C78D3A}" presName="thickLine" presStyleLbl="alignNode1" presStyleIdx="5" presStyleCnt="8"/>
      <dgm:spPr/>
    </dgm:pt>
    <dgm:pt modelId="{FB140FA4-559E-49AB-B664-3744F44A41E1}" type="pres">
      <dgm:prSet presAssocID="{DA57C6CF-3077-49EB-A30A-62F082C78D3A}" presName="horz1" presStyleCnt="0"/>
      <dgm:spPr/>
    </dgm:pt>
    <dgm:pt modelId="{8F39B6A3-6759-48CA-AE41-D982432CE45C}" type="pres">
      <dgm:prSet presAssocID="{DA57C6CF-3077-49EB-A30A-62F082C78D3A}" presName="tx1" presStyleLbl="revTx" presStyleIdx="5" presStyleCnt="8"/>
      <dgm:spPr/>
    </dgm:pt>
    <dgm:pt modelId="{B898AEA7-9625-4DB0-AD8A-F1BEF180E1BD}" type="pres">
      <dgm:prSet presAssocID="{DA57C6CF-3077-49EB-A30A-62F082C78D3A}" presName="vert1" presStyleCnt="0"/>
      <dgm:spPr/>
    </dgm:pt>
    <dgm:pt modelId="{197D375B-7F69-4147-BC74-20090B570304}" type="pres">
      <dgm:prSet presAssocID="{B1E47B61-ED87-43A4-8BAE-12E684009A89}" presName="thickLine" presStyleLbl="alignNode1" presStyleIdx="6" presStyleCnt="8"/>
      <dgm:spPr/>
    </dgm:pt>
    <dgm:pt modelId="{8A52E02B-E691-41E1-94FD-771C155B70BB}" type="pres">
      <dgm:prSet presAssocID="{B1E47B61-ED87-43A4-8BAE-12E684009A89}" presName="horz1" presStyleCnt="0"/>
      <dgm:spPr/>
    </dgm:pt>
    <dgm:pt modelId="{861F3896-1D3D-441C-8B0C-53C3F3900726}" type="pres">
      <dgm:prSet presAssocID="{B1E47B61-ED87-43A4-8BAE-12E684009A89}" presName="tx1" presStyleLbl="revTx" presStyleIdx="6" presStyleCnt="8"/>
      <dgm:spPr/>
    </dgm:pt>
    <dgm:pt modelId="{7BC63021-5B79-4503-AE2F-9C23A35A64DA}" type="pres">
      <dgm:prSet presAssocID="{B1E47B61-ED87-43A4-8BAE-12E684009A89}" presName="vert1" presStyleCnt="0"/>
      <dgm:spPr/>
    </dgm:pt>
    <dgm:pt modelId="{C11FE2BB-78A3-46E6-BFF3-849D46F81CBA}" type="pres">
      <dgm:prSet presAssocID="{EB9A73BB-8385-4330-805B-79536EB9C94A}" presName="thickLine" presStyleLbl="alignNode1" presStyleIdx="7" presStyleCnt="8"/>
      <dgm:spPr/>
    </dgm:pt>
    <dgm:pt modelId="{0E117C2C-89CB-41B7-9624-5788E1DB3B68}" type="pres">
      <dgm:prSet presAssocID="{EB9A73BB-8385-4330-805B-79536EB9C94A}" presName="horz1" presStyleCnt="0"/>
      <dgm:spPr/>
    </dgm:pt>
    <dgm:pt modelId="{085ADE91-0894-4B3A-8F97-72C3ADA6F7D2}" type="pres">
      <dgm:prSet presAssocID="{EB9A73BB-8385-4330-805B-79536EB9C94A}" presName="tx1" presStyleLbl="revTx" presStyleIdx="7" presStyleCnt="8"/>
      <dgm:spPr/>
    </dgm:pt>
    <dgm:pt modelId="{79858F7B-AF15-4568-9CF6-D9393A2C38B4}" type="pres">
      <dgm:prSet presAssocID="{EB9A73BB-8385-4330-805B-79536EB9C94A}" presName="vert1" presStyleCnt="0"/>
      <dgm:spPr/>
    </dgm:pt>
  </dgm:ptLst>
  <dgm:cxnLst>
    <dgm:cxn modelId="{259B201A-0D6F-4781-A492-E4B3B06669A5}" srcId="{716EDAFF-A744-4F26-A041-135672A3B127}" destId="{DCA88B7D-7AEE-4D44-BAE9-AF0BEAC34CD9}" srcOrd="2" destOrd="0" parTransId="{D4734579-70A6-4E3A-A469-95442A290511}" sibTransId="{8185B24F-78DF-4494-A04F-FB8D7A9DD0D8}"/>
    <dgm:cxn modelId="{BDE99C28-17F8-458F-93CB-E37A2B64E476}" type="presOf" srcId="{B1E47B61-ED87-43A4-8BAE-12E684009A89}" destId="{861F3896-1D3D-441C-8B0C-53C3F3900726}" srcOrd="0" destOrd="0" presId="urn:microsoft.com/office/officeart/2008/layout/LinedList"/>
    <dgm:cxn modelId="{E954A535-02AF-492E-B9C6-A8B4D10B78DC}" type="presOf" srcId="{35DAAF45-4188-49E3-A2E3-E8985FC32100}" destId="{55DDF23C-35EF-48D2-BE9B-B304AC3E42B7}" srcOrd="0" destOrd="0" presId="urn:microsoft.com/office/officeart/2008/layout/LinedList"/>
    <dgm:cxn modelId="{CA240C5C-F2B0-4544-8A42-DAEBB11AB1CD}" srcId="{716EDAFF-A744-4F26-A041-135672A3B127}" destId="{35DAAF45-4188-49E3-A2E3-E8985FC32100}" srcOrd="3" destOrd="0" parTransId="{7AE59101-35E2-42FF-923B-BFD7E3B81F9F}" sibTransId="{27FC7F88-F7FA-4012-B75B-6680F796C60A}"/>
    <dgm:cxn modelId="{27F3E95C-1BB6-49FE-9072-906DAB128A98}" type="presOf" srcId="{A296E7F4-BC38-4DB4-9673-15198A80DC05}" destId="{EDCF3752-7009-4783-B71C-68F8D6172FE0}" srcOrd="0" destOrd="0" presId="urn:microsoft.com/office/officeart/2008/layout/LinedList"/>
    <dgm:cxn modelId="{976EF366-A436-4333-82B2-BC9F7E64E588}" srcId="{716EDAFF-A744-4F26-A041-135672A3B127}" destId="{EB9A73BB-8385-4330-805B-79536EB9C94A}" srcOrd="7" destOrd="0" parTransId="{7B702B87-545B-41C4-B5F1-4B9AEBDC366D}" sibTransId="{31FF26C2-80B8-496A-AB67-673B92C499FF}"/>
    <dgm:cxn modelId="{6082AA8E-2C89-45E4-8A61-C2B37A49BA25}" type="presOf" srcId="{716EDAFF-A744-4F26-A041-135672A3B127}" destId="{95C2081D-474E-48FC-91BD-EEA674E6E035}" srcOrd="0" destOrd="0" presId="urn:microsoft.com/office/officeart/2008/layout/LinedList"/>
    <dgm:cxn modelId="{8B25C397-CB17-4B3F-811A-F0CDE84DC2B1}" type="presOf" srcId="{EB9A73BB-8385-4330-805B-79536EB9C94A}" destId="{085ADE91-0894-4B3A-8F97-72C3ADA6F7D2}" srcOrd="0" destOrd="0" presId="urn:microsoft.com/office/officeart/2008/layout/LinedList"/>
    <dgm:cxn modelId="{5CE6C49C-4A39-4940-9918-3934CE90F58F}" srcId="{716EDAFF-A744-4F26-A041-135672A3B127}" destId="{B1E47B61-ED87-43A4-8BAE-12E684009A89}" srcOrd="6" destOrd="0" parTransId="{82E0B06D-18D4-4453-AF3D-965AE74D6F6E}" sibTransId="{3D3150B7-371E-47E2-96DE-33860E111D7B}"/>
    <dgm:cxn modelId="{73D971AB-86DE-4291-892C-CF19BD850809}" type="presOf" srcId="{DCA88B7D-7AEE-4D44-BAE9-AF0BEAC34CD9}" destId="{171592CF-FA19-4E36-885E-98294062A795}" srcOrd="0" destOrd="0" presId="urn:microsoft.com/office/officeart/2008/layout/LinedList"/>
    <dgm:cxn modelId="{03E0E6C8-5F4F-40A8-845F-BEAF676D8EE4}" srcId="{716EDAFF-A744-4F26-A041-135672A3B127}" destId="{EE2F5607-6866-4CDE-A052-E8DB891DCB9F}" srcOrd="4" destOrd="0" parTransId="{54CC5125-E637-4CA1-9050-D7349B2A6AE9}" sibTransId="{CF292A19-80C5-428C-9AA5-7224533767A4}"/>
    <dgm:cxn modelId="{F00527C9-4B27-4E88-BFF9-3F916976D2BD}" srcId="{716EDAFF-A744-4F26-A041-135672A3B127}" destId="{6C380C37-8D13-4777-80BE-B921D8924B89}" srcOrd="0" destOrd="0" parTransId="{4E17EE39-36A2-4383-B7AB-8893F42ABF49}" sibTransId="{AB713804-C93A-4838-B303-51F9D587FC6A}"/>
    <dgm:cxn modelId="{FF2AE0D1-54E5-40D8-A18C-58D01DBBB0DE}" type="presOf" srcId="{DA57C6CF-3077-49EB-A30A-62F082C78D3A}" destId="{8F39B6A3-6759-48CA-AE41-D982432CE45C}" srcOrd="0" destOrd="0" presId="urn:microsoft.com/office/officeart/2008/layout/LinedList"/>
    <dgm:cxn modelId="{88DF9DD9-D986-4AB5-A19A-7EEF835F5C50}" type="presOf" srcId="{EE2F5607-6866-4CDE-A052-E8DB891DCB9F}" destId="{D78D89AE-F19B-406C-ACEA-409D4CCF8448}" srcOrd="0" destOrd="0" presId="urn:microsoft.com/office/officeart/2008/layout/LinedList"/>
    <dgm:cxn modelId="{9A812CDB-0CB2-4B45-885E-CDB99803FD6D}" srcId="{716EDAFF-A744-4F26-A041-135672A3B127}" destId="{DA57C6CF-3077-49EB-A30A-62F082C78D3A}" srcOrd="5" destOrd="0" parTransId="{C45F9867-37FD-4F25-BA45-D19321091AE2}" sibTransId="{58F2B183-8AA5-47DB-8989-4F98B6E19D8F}"/>
    <dgm:cxn modelId="{B60489E7-F63C-4D12-8584-085F20FE7D34}" srcId="{716EDAFF-A744-4F26-A041-135672A3B127}" destId="{A296E7F4-BC38-4DB4-9673-15198A80DC05}" srcOrd="1" destOrd="0" parTransId="{4B216ED4-686A-4F25-836D-39EE971FE023}" sibTransId="{0AE7C786-9068-4CEE-9D2B-B6942DE9C220}"/>
    <dgm:cxn modelId="{59629BFB-01F7-453E-ABF2-8036719FA55F}" type="presOf" srcId="{6C380C37-8D13-4777-80BE-B921D8924B89}" destId="{C0A40D2F-D8F1-44AC-8871-5FE6C6EE971E}" srcOrd="0" destOrd="0" presId="urn:microsoft.com/office/officeart/2008/layout/LinedList"/>
    <dgm:cxn modelId="{5C73BA3D-A6EF-4CA6-AB47-3FD2C9A333BF}" type="presParOf" srcId="{95C2081D-474E-48FC-91BD-EEA674E6E035}" destId="{6C04CABA-DD68-47C5-8010-51E08A39DEC1}" srcOrd="0" destOrd="0" presId="urn:microsoft.com/office/officeart/2008/layout/LinedList"/>
    <dgm:cxn modelId="{0A21228D-2D3D-4AE6-8FD9-80CD75361B22}" type="presParOf" srcId="{95C2081D-474E-48FC-91BD-EEA674E6E035}" destId="{729D2B7A-A8A8-4433-AB3F-8D12337285EA}" srcOrd="1" destOrd="0" presId="urn:microsoft.com/office/officeart/2008/layout/LinedList"/>
    <dgm:cxn modelId="{999FAD5A-C418-4EDF-9F0D-A6277AECF213}" type="presParOf" srcId="{729D2B7A-A8A8-4433-AB3F-8D12337285EA}" destId="{C0A40D2F-D8F1-44AC-8871-5FE6C6EE971E}" srcOrd="0" destOrd="0" presId="urn:microsoft.com/office/officeart/2008/layout/LinedList"/>
    <dgm:cxn modelId="{29AB577B-6FBF-490F-B5A9-EA649F5DDF91}" type="presParOf" srcId="{729D2B7A-A8A8-4433-AB3F-8D12337285EA}" destId="{1FDE17FA-36B3-4578-983E-9F7BF47D6537}" srcOrd="1" destOrd="0" presId="urn:microsoft.com/office/officeart/2008/layout/LinedList"/>
    <dgm:cxn modelId="{AB13BAF3-507E-4941-B93A-516766C8DD58}" type="presParOf" srcId="{95C2081D-474E-48FC-91BD-EEA674E6E035}" destId="{786ABB31-6436-459E-8F83-A13AC0F49CFB}" srcOrd="2" destOrd="0" presId="urn:microsoft.com/office/officeart/2008/layout/LinedList"/>
    <dgm:cxn modelId="{04D54D37-5D49-43E8-A9AF-95410971F829}" type="presParOf" srcId="{95C2081D-474E-48FC-91BD-EEA674E6E035}" destId="{BA2E003B-5922-4259-BA67-34583B55BA4F}" srcOrd="3" destOrd="0" presId="urn:microsoft.com/office/officeart/2008/layout/LinedList"/>
    <dgm:cxn modelId="{FF590EA3-3CE8-43D0-86B4-06A6F7E1612B}" type="presParOf" srcId="{BA2E003B-5922-4259-BA67-34583B55BA4F}" destId="{EDCF3752-7009-4783-B71C-68F8D6172FE0}" srcOrd="0" destOrd="0" presId="urn:microsoft.com/office/officeart/2008/layout/LinedList"/>
    <dgm:cxn modelId="{62FB6F90-DC9C-4DE4-BFA3-FD08759DA548}" type="presParOf" srcId="{BA2E003B-5922-4259-BA67-34583B55BA4F}" destId="{3A68B861-B29F-4F15-AED9-836AB342E907}" srcOrd="1" destOrd="0" presId="urn:microsoft.com/office/officeart/2008/layout/LinedList"/>
    <dgm:cxn modelId="{51068260-6179-4C77-B0B5-C8E9015D61D6}" type="presParOf" srcId="{95C2081D-474E-48FC-91BD-EEA674E6E035}" destId="{B1922F09-4712-498D-99E9-44774F178508}" srcOrd="4" destOrd="0" presId="urn:microsoft.com/office/officeart/2008/layout/LinedList"/>
    <dgm:cxn modelId="{176D8E80-CBBD-414E-9F87-323A1F88FF9B}" type="presParOf" srcId="{95C2081D-474E-48FC-91BD-EEA674E6E035}" destId="{35ED93FC-C645-4F89-B64B-54FFB7436701}" srcOrd="5" destOrd="0" presId="urn:microsoft.com/office/officeart/2008/layout/LinedList"/>
    <dgm:cxn modelId="{8C7B2435-73BB-42B9-A491-7B9D249631BB}" type="presParOf" srcId="{35ED93FC-C645-4F89-B64B-54FFB7436701}" destId="{171592CF-FA19-4E36-885E-98294062A795}" srcOrd="0" destOrd="0" presId="urn:microsoft.com/office/officeart/2008/layout/LinedList"/>
    <dgm:cxn modelId="{CC0F5DD5-317F-4408-AC53-5C0A7E162A8E}" type="presParOf" srcId="{35ED93FC-C645-4F89-B64B-54FFB7436701}" destId="{35631954-507A-48FD-A770-2EAE9408E5DF}" srcOrd="1" destOrd="0" presId="urn:microsoft.com/office/officeart/2008/layout/LinedList"/>
    <dgm:cxn modelId="{DC09D621-A245-4871-A1DF-56078980AEFE}" type="presParOf" srcId="{95C2081D-474E-48FC-91BD-EEA674E6E035}" destId="{FC3A1950-0EF8-41AB-8518-870C1668D4E0}" srcOrd="6" destOrd="0" presId="urn:microsoft.com/office/officeart/2008/layout/LinedList"/>
    <dgm:cxn modelId="{D5007110-23E9-4E1A-9D59-CBC8F394B427}" type="presParOf" srcId="{95C2081D-474E-48FC-91BD-EEA674E6E035}" destId="{759BA678-EE01-4884-BB2C-AF52D0C39489}" srcOrd="7" destOrd="0" presId="urn:microsoft.com/office/officeart/2008/layout/LinedList"/>
    <dgm:cxn modelId="{81D347C5-1C05-4C2E-A6AE-44BEC8961A10}" type="presParOf" srcId="{759BA678-EE01-4884-BB2C-AF52D0C39489}" destId="{55DDF23C-35EF-48D2-BE9B-B304AC3E42B7}" srcOrd="0" destOrd="0" presId="urn:microsoft.com/office/officeart/2008/layout/LinedList"/>
    <dgm:cxn modelId="{76A29958-EC05-461C-9C11-B1C2D983276A}" type="presParOf" srcId="{759BA678-EE01-4884-BB2C-AF52D0C39489}" destId="{D809A52C-1148-47F4-9DBD-743FC54D0AA5}" srcOrd="1" destOrd="0" presId="urn:microsoft.com/office/officeart/2008/layout/LinedList"/>
    <dgm:cxn modelId="{8D3C380B-DA6A-4CC9-9869-9E18E74BA5D0}" type="presParOf" srcId="{95C2081D-474E-48FC-91BD-EEA674E6E035}" destId="{12F3B99F-EA1E-4566-9879-534012805802}" srcOrd="8" destOrd="0" presId="urn:microsoft.com/office/officeart/2008/layout/LinedList"/>
    <dgm:cxn modelId="{6AA84289-08A8-4F23-9A9F-E926794EC289}" type="presParOf" srcId="{95C2081D-474E-48FC-91BD-EEA674E6E035}" destId="{6ADFA2EF-D75A-41FD-9DBA-02646176C2C8}" srcOrd="9" destOrd="0" presId="urn:microsoft.com/office/officeart/2008/layout/LinedList"/>
    <dgm:cxn modelId="{FD42CEBA-2B06-4564-93B8-F05C6889A63F}" type="presParOf" srcId="{6ADFA2EF-D75A-41FD-9DBA-02646176C2C8}" destId="{D78D89AE-F19B-406C-ACEA-409D4CCF8448}" srcOrd="0" destOrd="0" presId="urn:microsoft.com/office/officeart/2008/layout/LinedList"/>
    <dgm:cxn modelId="{4E5384E6-13C5-4E5B-ADDB-3FD6A83B017B}" type="presParOf" srcId="{6ADFA2EF-D75A-41FD-9DBA-02646176C2C8}" destId="{80C996F5-03E1-4E95-B568-32739BBC3947}" srcOrd="1" destOrd="0" presId="urn:microsoft.com/office/officeart/2008/layout/LinedList"/>
    <dgm:cxn modelId="{46688A79-6242-4F98-B323-52715EE6328D}" type="presParOf" srcId="{95C2081D-474E-48FC-91BD-EEA674E6E035}" destId="{948845E9-921F-4431-AC50-B930B5683C57}" srcOrd="10" destOrd="0" presId="urn:microsoft.com/office/officeart/2008/layout/LinedList"/>
    <dgm:cxn modelId="{298A8223-ED4D-42DA-A8EC-8DFF6F27BFB9}" type="presParOf" srcId="{95C2081D-474E-48FC-91BD-EEA674E6E035}" destId="{FB140FA4-559E-49AB-B664-3744F44A41E1}" srcOrd="11" destOrd="0" presId="urn:microsoft.com/office/officeart/2008/layout/LinedList"/>
    <dgm:cxn modelId="{5428F974-71DC-43B9-9D29-B79714274C41}" type="presParOf" srcId="{FB140FA4-559E-49AB-B664-3744F44A41E1}" destId="{8F39B6A3-6759-48CA-AE41-D982432CE45C}" srcOrd="0" destOrd="0" presId="urn:microsoft.com/office/officeart/2008/layout/LinedList"/>
    <dgm:cxn modelId="{84B28169-3A05-400D-85BD-9465A6A7552A}" type="presParOf" srcId="{FB140FA4-559E-49AB-B664-3744F44A41E1}" destId="{B898AEA7-9625-4DB0-AD8A-F1BEF180E1BD}" srcOrd="1" destOrd="0" presId="urn:microsoft.com/office/officeart/2008/layout/LinedList"/>
    <dgm:cxn modelId="{A5009926-5655-4F54-BE0A-658FFAF8A2FA}" type="presParOf" srcId="{95C2081D-474E-48FC-91BD-EEA674E6E035}" destId="{197D375B-7F69-4147-BC74-20090B570304}" srcOrd="12" destOrd="0" presId="urn:microsoft.com/office/officeart/2008/layout/LinedList"/>
    <dgm:cxn modelId="{A6BF3942-5C67-4104-9757-3B59C6AA6D36}" type="presParOf" srcId="{95C2081D-474E-48FC-91BD-EEA674E6E035}" destId="{8A52E02B-E691-41E1-94FD-771C155B70BB}" srcOrd="13" destOrd="0" presId="urn:microsoft.com/office/officeart/2008/layout/LinedList"/>
    <dgm:cxn modelId="{0E22B1B5-918B-4C7F-BA37-25765A21D974}" type="presParOf" srcId="{8A52E02B-E691-41E1-94FD-771C155B70BB}" destId="{861F3896-1D3D-441C-8B0C-53C3F3900726}" srcOrd="0" destOrd="0" presId="urn:microsoft.com/office/officeart/2008/layout/LinedList"/>
    <dgm:cxn modelId="{1A035766-496E-4D28-9160-16541EA13A94}" type="presParOf" srcId="{8A52E02B-E691-41E1-94FD-771C155B70BB}" destId="{7BC63021-5B79-4503-AE2F-9C23A35A64DA}" srcOrd="1" destOrd="0" presId="urn:microsoft.com/office/officeart/2008/layout/LinedList"/>
    <dgm:cxn modelId="{F2C3B122-9F64-4F3D-8124-084B924A4E70}" type="presParOf" srcId="{95C2081D-474E-48FC-91BD-EEA674E6E035}" destId="{C11FE2BB-78A3-46E6-BFF3-849D46F81CBA}" srcOrd="14" destOrd="0" presId="urn:microsoft.com/office/officeart/2008/layout/LinedList"/>
    <dgm:cxn modelId="{54151D27-D160-4457-BBC7-40FD492C0C1F}" type="presParOf" srcId="{95C2081D-474E-48FC-91BD-EEA674E6E035}" destId="{0E117C2C-89CB-41B7-9624-5788E1DB3B68}" srcOrd="15" destOrd="0" presId="urn:microsoft.com/office/officeart/2008/layout/LinedList"/>
    <dgm:cxn modelId="{AE118061-BA23-47BD-836E-F0A8DD8524F4}" type="presParOf" srcId="{0E117C2C-89CB-41B7-9624-5788E1DB3B68}" destId="{085ADE91-0894-4B3A-8F97-72C3ADA6F7D2}" srcOrd="0" destOrd="0" presId="urn:microsoft.com/office/officeart/2008/layout/LinedList"/>
    <dgm:cxn modelId="{E907AD44-DDE9-4468-9483-605A033C23CB}" type="presParOf" srcId="{0E117C2C-89CB-41B7-9624-5788E1DB3B68}" destId="{79858F7B-AF15-4568-9CF6-D9393A2C38B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D268F2-7E9E-49F2-9ABB-4AEEE7E28D86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50CBA40B-D35D-443D-A5A6-1453304FE412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Data Flow Diagrams (DFDs)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11875CC-E902-4220-8A07-E39527D1710D}" type="parTrans" cxnId="{2C5BA639-F0E7-458D-B8A8-CE464DE071F7}">
      <dgm:prSet/>
      <dgm:spPr/>
      <dgm:t>
        <a:bodyPr/>
        <a:lstStyle/>
        <a:p>
          <a:endParaRPr lang="en-US"/>
        </a:p>
      </dgm:t>
    </dgm:pt>
    <dgm:pt modelId="{57AC0639-3D1C-42E6-AEA9-DC7EDC2B07B4}" type="sibTrans" cxnId="{2C5BA639-F0E7-458D-B8A8-CE464DE071F7}">
      <dgm:prSet/>
      <dgm:spPr/>
      <dgm:t>
        <a:bodyPr/>
        <a:lstStyle/>
        <a:p>
          <a:endParaRPr lang="en-US"/>
        </a:p>
      </dgm:t>
    </dgm:pt>
    <dgm:pt modelId="{41A5C74D-9F8A-41D8-8B32-5F94EE0891C4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Farmer → Image Upload</a:t>
          </a:r>
        </a:p>
      </dgm:t>
    </dgm:pt>
    <dgm:pt modelId="{78E6825A-B467-4677-AA8B-70FDCFF45293}" type="parTrans" cxnId="{EDC2A2D9-78AC-4011-ACF9-04E781D03055}">
      <dgm:prSet/>
      <dgm:spPr/>
      <dgm:t>
        <a:bodyPr/>
        <a:lstStyle/>
        <a:p>
          <a:endParaRPr lang="en-US"/>
        </a:p>
      </dgm:t>
    </dgm:pt>
    <dgm:pt modelId="{7F390DC3-29BD-4D31-8585-A4C0CF536DC8}" type="sibTrans" cxnId="{EDC2A2D9-78AC-4011-ACF9-04E781D03055}">
      <dgm:prSet/>
      <dgm:spPr/>
      <dgm:t>
        <a:bodyPr/>
        <a:lstStyle/>
        <a:p>
          <a:endParaRPr lang="en-US"/>
        </a:p>
      </dgm:t>
    </dgm:pt>
    <dgm:pt modelId="{6DF8EB47-4E61-43E3-A4A8-BF20951FE405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System → Disease Result</a:t>
          </a:r>
        </a:p>
      </dgm:t>
    </dgm:pt>
    <dgm:pt modelId="{5187DBD6-106D-4FA8-A91D-0682ADCA8339}" type="parTrans" cxnId="{176C4A99-3ABC-4FC2-B1A9-13EE845A3224}">
      <dgm:prSet/>
      <dgm:spPr/>
      <dgm:t>
        <a:bodyPr/>
        <a:lstStyle/>
        <a:p>
          <a:endParaRPr lang="en-US"/>
        </a:p>
      </dgm:t>
    </dgm:pt>
    <dgm:pt modelId="{14B1A777-9245-413E-80FE-7124A682D2B7}" type="sibTrans" cxnId="{176C4A99-3ABC-4FC2-B1A9-13EE845A3224}">
      <dgm:prSet/>
      <dgm:spPr/>
      <dgm:t>
        <a:bodyPr/>
        <a:lstStyle/>
        <a:p>
          <a:endParaRPr lang="en-US"/>
        </a:p>
      </dgm:t>
    </dgm:pt>
    <dgm:pt modelId="{80C902EF-D6E3-4249-95E7-886A0E33552B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Manager → Manage Vegetables</a:t>
          </a:r>
        </a:p>
      </dgm:t>
    </dgm:pt>
    <dgm:pt modelId="{8BDDD5DB-F716-4DF6-BE99-16C295573A60}" type="parTrans" cxnId="{1F0808AC-4FE6-4422-BECC-9C771BB83FD0}">
      <dgm:prSet/>
      <dgm:spPr/>
      <dgm:t>
        <a:bodyPr/>
        <a:lstStyle/>
        <a:p>
          <a:endParaRPr lang="en-US"/>
        </a:p>
      </dgm:t>
    </dgm:pt>
    <dgm:pt modelId="{D171FF08-6C14-45C6-AE37-26BF6DD95593}" type="sibTrans" cxnId="{1F0808AC-4FE6-4422-BECC-9C771BB83FD0}">
      <dgm:prSet/>
      <dgm:spPr/>
      <dgm:t>
        <a:bodyPr/>
        <a:lstStyle/>
        <a:p>
          <a:endParaRPr lang="en-US"/>
        </a:p>
      </dgm:t>
    </dgm:pt>
    <dgm:pt modelId="{6C030A9F-E391-4ECE-8F09-5677892A1F22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Architecture &amp; Tech Stack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B1DA16-5594-4F85-BA0E-70BAA98A3A85}" type="parTrans" cxnId="{88FBF249-34FD-42FC-BAC0-DAE85227D714}">
      <dgm:prSet/>
      <dgm:spPr/>
      <dgm:t>
        <a:bodyPr/>
        <a:lstStyle/>
        <a:p>
          <a:endParaRPr lang="en-US"/>
        </a:p>
      </dgm:t>
    </dgm:pt>
    <dgm:pt modelId="{EB20F287-3804-4FBB-90F5-468756B13AB7}" type="sibTrans" cxnId="{88FBF249-34FD-42FC-BAC0-DAE85227D714}">
      <dgm:prSet/>
      <dgm:spPr/>
      <dgm:t>
        <a:bodyPr/>
        <a:lstStyle/>
        <a:p>
          <a:endParaRPr lang="en-US"/>
        </a:p>
      </dgm:t>
    </dgm:pt>
    <dgm:pt modelId="{532D9C1C-4EE6-4F69-8844-20E83BFFAE5B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Frontend (User Interface)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86B337C-A2E5-4DA4-855F-0B2642AF0859}" type="parTrans" cxnId="{E2B0BE76-43D8-44CA-A83A-EE90F203B819}">
      <dgm:prSet/>
      <dgm:spPr/>
      <dgm:t>
        <a:bodyPr/>
        <a:lstStyle/>
        <a:p>
          <a:endParaRPr lang="en-US"/>
        </a:p>
      </dgm:t>
    </dgm:pt>
    <dgm:pt modelId="{9612476B-1E21-4AFB-A2F5-DCFD7CCB65B1}" type="sibTrans" cxnId="{E2B0BE76-43D8-44CA-A83A-EE90F203B819}">
      <dgm:prSet/>
      <dgm:spPr/>
      <dgm:t>
        <a:bodyPr/>
        <a:lstStyle/>
        <a:p>
          <a:endParaRPr lang="en-US"/>
        </a:p>
      </dgm:t>
    </dgm:pt>
    <dgm:pt modelId="{D1FD9814-8E8D-4E90-908B-F8F781FD9AC2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Backend (Server Logic)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1222721-3029-4DB9-B6EF-9837097AB1BD}" type="parTrans" cxnId="{6F34842F-8B11-4D6B-9FE9-1132D9859BEF}">
      <dgm:prSet/>
      <dgm:spPr/>
      <dgm:t>
        <a:bodyPr/>
        <a:lstStyle/>
        <a:p>
          <a:endParaRPr lang="en-US"/>
        </a:p>
      </dgm:t>
    </dgm:pt>
    <dgm:pt modelId="{5488FDA8-D516-4065-9B5F-FF19BE8BFD78}" type="sibTrans" cxnId="{6F34842F-8B11-4D6B-9FE9-1132D9859BEF}">
      <dgm:prSet/>
      <dgm:spPr/>
      <dgm:t>
        <a:bodyPr/>
        <a:lstStyle/>
        <a:p>
          <a:endParaRPr lang="en-US"/>
        </a:p>
      </dgm:t>
    </dgm:pt>
    <dgm:pt modelId="{E87BA0C5-DAB1-45AD-AD0A-79F4C81BE20A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AI Model (Disease Detection)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488678-7A48-4AD0-85CA-566C25066C1E}" type="parTrans" cxnId="{75A64A39-038D-40B5-858E-EFEE6211A7D1}">
      <dgm:prSet/>
      <dgm:spPr/>
      <dgm:t>
        <a:bodyPr/>
        <a:lstStyle/>
        <a:p>
          <a:endParaRPr lang="en-US"/>
        </a:p>
      </dgm:t>
    </dgm:pt>
    <dgm:pt modelId="{6683D89B-8581-4276-B431-F90BCF99C06E}" type="sibTrans" cxnId="{75A64A39-038D-40B5-858E-EFEE6211A7D1}">
      <dgm:prSet/>
      <dgm:spPr/>
      <dgm:t>
        <a:bodyPr/>
        <a:lstStyle/>
        <a:p>
          <a:endParaRPr lang="en-US"/>
        </a:p>
      </dgm:t>
    </dgm:pt>
    <dgm:pt modelId="{7F5ED8D3-0122-4EE1-867D-BB6FA19E37D5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Database (Store Data)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F28A4FB-22F3-486C-AD24-510E01C3C1EA}" type="parTrans" cxnId="{E341A8E2-A3D0-4EB7-9FE1-43552F2B8C4C}">
      <dgm:prSet/>
      <dgm:spPr/>
      <dgm:t>
        <a:bodyPr/>
        <a:lstStyle/>
        <a:p>
          <a:endParaRPr lang="en-US"/>
        </a:p>
      </dgm:t>
    </dgm:pt>
    <dgm:pt modelId="{CB092081-43D9-4F69-8595-FB51D04C3B50}" type="sibTrans" cxnId="{E341A8E2-A3D0-4EB7-9FE1-43552F2B8C4C}">
      <dgm:prSet/>
      <dgm:spPr/>
      <dgm:t>
        <a:bodyPr/>
        <a:lstStyle/>
        <a:p>
          <a:endParaRPr lang="en-US"/>
        </a:p>
      </dgm:t>
    </dgm:pt>
    <dgm:pt modelId="{3DF4F7FE-D577-4570-80A5-EBA322AA9152}" type="pres">
      <dgm:prSet presAssocID="{A7D268F2-7E9E-49F2-9ABB-4AEEE7E28D86}" presName="linear" presStyleCnt="0">
        <dgm:presLayoutVars>
          <dgm:animLvl val="lvl"/>
          <dgm:resizeHandles val="exact"/>
        </dgm:presLayoutVars>
      </dgm:prSet>
      <dgm:spPr/>
    </dgm:pt>
    <dgm:pt modelId="{BB53526C-77C4-439C-8FA3-86871464A214}" type="pres">
      <dgm:prSet presAssocID="{50CBA40B-D35D-443D-A5A6-1453304FE41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B6C9DD7-B97C-4976-9643-CE3F30358A7E}" type="pres">
      <dgm:prSet presAssocID="{50CBA40B-D35D-443D-A5A6-1453304FE412}" presName="childText" presStyleLbl="revTx" presStyleIdx="0" presStyleCnt="2">
        <dgm:presLayoutVars>
          <dgm:bulletEnabled val="1"/>
        </dgm:presLayoutVars>
      </dgm:prSet>
      <dgm:spPr/>
    </dgm:pt>
    <dgm:pt modelId="{96B85631-FCAF-4F0A-ACCA-8D5BAC04E0FA}" type="pres">
      <dgm:prSet presAssocID="{6C030A9F-E391-4ECE-8F09-5677892A1F2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E16CADB-316E-4AA6-B0EB-D2BFFEF624A1}" type="pres">
      <dgm:prSet presAssocID="{6C030A9F-E391-4ECE-8F09-5677892A1F2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A492C05-E934-4D7E-A5DF-C3CBB5579E3A}" type="presOf" srcId="{50CBA40B-D35D-443D-A5A6-1453304FE412}" destId="{BB53526C-77C4-439C-8FA3-86871464A214}" srcOrd="0" destOrd="0" presId="urn:microsoft.com/office/officeart/2005/8/layout/vList2"/>
    <dgm:cxn modelId="{A8829F1F-8D5E-4373-9053-E71D41440A41}" type="presOf" srcId="{6DF8EB47-4E61-43E3-A4A8-BF20951FE405}" destId="{1B6C9DD7-B97C-4976-9643-CE3F30358A7E}" srcOrd="0" destOrd="1" presId="urn:microsoft.com/office/officeart/2005/8/layout/vList2"/>
    <dgm:cxn modelId="{ACB2A027-022E-468A-915A-A69A74BB20B4}" type="presOf" srcId="{6C030A9F-E391-4ECE-8F09-5677892A1F22}" destId="{96B85631-FCAF-4F0A-ACCA-8D5BAC04E0FA}" srcOrd="0" destOrd="0" presId="urn:microsoft.com/office/officeart/2005/8/layout/vList2"/>
    <dgm:cxn modelId="{6F34842F-8B11-4D6B-9FE9-1132D9859BEF}" srcId="{6C030A9F-E391-4ECE-8F09-5677892A1F22}" destId="{D1FD9814-8E8D-4E90-908B-F8F781FD9AC2}" srcOrd="1" destOrd="0" parTransId="{E1222721-3029-4DB9-B6EF-9837097AB1BD}" sibTransId="{5488FDA8-D516-4065-9B5F-FF19BE8BFD78}"/>
    <dgm:cxn modelId="{75A64A39-038D-40B5-858E-EFEE6211A7D1}" srcId="{6C030A9F-E391-4ECE-8F09-5677892A1F22}" destId="{E87BA0C5-DAB1-45AD-AD0A-79F4C81BE20A}" srcOrd="2" destOrd="0" parTransId="{B4488678-7A48-4AD0-85CA-566C25066C1E}" sibTransId="{6683D89B-8581-4276-B431-F90BCF99C06E}"/>
    <dgm:cxn modelId="{2C5BA639-F0E7-458D-B8A8-CE464DE071F7}" srcId="{A7D268F2-7E9E-49F2-9ABB-4AEEE7E28D86}" destId="{50CBA40B-D35D-443D-A5A6-1453304FE412}" srcOrd="0" destOrd="0" parTransId="{F11875CC-E902-4220-8A07-E39527D1710D}" sibTransId="{57AC0639-3D1C-42E6-AEA9-DC7EDC2B07B4}"/>
    <dgm:cxn modelId="{B292D93C-7064-4937-AE2C-33C18216B5E7}" type="presOf" srcId="{80C902EF-D6E3-4249-95E7-886A0E33552B}" destId="{1B6C9DD7-B97C-4976-9643-CE3F30358A7E}" srcOrd="0" destOrd="2" presId="urn:microsoft.com/office/officeart/2005/8/layout/vList2"/>
    <dgm:cxn modelId="{88FBF249-34FD-42FC-BAC0-DAE85227D714}" srcId="{A7D268F2-7E9E-49F2-9ABB-4AEEE7E28D86}" destId="{6C030A9F-E391-4ECE-8F09-5677892A1F22}" srcOrd="1" destOrd="0" parTransId="{B8B1DA16-5594-4F85-BA0E-70BAA98A3A85}" sibTransId="{EB20F287-3804-4FBB-90F5-468756B13AB7}"/>
    <dgm:cxn modelId="{E2B0BE76-43D8-44CA-A83A-EE90F203B819}" srcId="{6C030A9F-E391-4ECE-8F09-5677892A1F22}" destId="{532D9C1C-4EE6-4F69-8844-20E83BFFAE5B}" srcOrd="0" destOrd="0" parTransId="{686B337C-A2E5-4DA4-855F-0B2642AF0859}" sibTransId="{9612476B-1E21-4AFB-A2F5-DCFD7CCB65B1}"/>
    <dgm:cxn modelId="{FE53397F-ED40-4DC7-878D-F42707CAF0C3}" type="presOf" srcId="{532D9C1C-4EE6-4F69-8844-20E83BFFAE5B}" destId="{FE16CADB-316E-4AA6-B0EB-D2BFFEF624A1}" srcOrd="0" destOrd="0" presId="urn:microsoft.com/office/officeart/2005/8/layout/vList2"/>
    <dgm:cxn modelId="{5E485791-658D-41E0-ADA0-AC5AB35C52EE}" type="presOf" srcId="{7F5ED8D3-0122-4EE1-867D-BB6FA19E37D5}" destId="{FE16CADB-316E-4AA6-B0EB-D2BFFEF624A1}" srcOrd="0" destOrd="3" presId="urn:microsoft.com/office/officeart/2005/8/layout/vList2"/>
    <dgm:cxn modelId="{176C4A99-3ABC-4FC2-B1A9-13EE845A3224}" srcId="{50CBA40B-D35D-443D-A5A6-1453304FE412}" destId="{6DF8EB47-4E61-43E3-A4A8-BF20951FE405}" srcOrd="1" destOrd="0" parTransId="{5187DBD6-106D-4FA8-A91D-0682ADCA8339}" sibTransId="{14B1A777-9245-413E-80FE-7124A682D2B7}"/>
    <dgm:cxn modelId="{7AE9B2AB-5A48-4D18-BCA9-9557D86B6DE9}" type="presOf" srcId="{41A5C74D-9F8A-41D8-8B32-5F94EE0891C4}" destId="{1B6C9DD7-B97C-4976-9643-CE3F30358A7E}" srcOrd="0" destOrd="0" presId="urn:microsoft.com/office/officeart/2005/8/layout/vList2"/>
    <dgm:cxn modelId="{1F0808AC-4FE6-4422-BECC-9C771BB83FD0}" srcId="{50CBA40B-D35D-443D-A5A6-1453304FE412}" destId="{80C902EF-D6E3-4249-95E7-886A0E33552B}" srcOrd="2" destOrd="0" parTransId="{8BDDD5DB-F716-4DF6-BE99-16C295573A60}" sibTransId="{D171FF08-6C14-45C6-AE37-26BF6DD95593}"/>
    <dgm:cxn modelId="{552E2EB6-C09F-45F0-B31D-7B2308240226}" type="presOf" srcId="{E87BA0C5-DAB1-45AD-AD0A-79F4C81BE20A}" destId="{FE16CADB-316E-4AA6-B0EB-D2BFFEF624A1}" srcOrd="0" destOrd="2" presId="urn:microsoft.com/office/officeart/2005/8/layout/vList2"/>
    <dgm:cxn modelId="{F8278FCD-2109-468F-A846-48C525123C93}" type="presOf" srcId="{D1FD9814-8E8D-4E90-908B-F8F781FD9AC2}" destId="{FE16CADB-316E-4AA6-B0EB-D2BFFEF624A1}" srcOrd="0" destOrd="1" presId="urn:microsoft.com/office/officeart/2005/8/layout/vList2"/>
    <dgm:cxn modelId="{EDC2A2D9-78AC-4011-ACF9-04E781D03055}" srcId="{50CBA40B-D35D-443D-A5A6-1453304FE412}" destId="{41A5C74D-9F8A-41D8-8B32-5F94EE0891C4}" srcOrd="0" destOrd="0" parTransId="{78E6825A-B467-4677-AA8B-70FDCFF45293}" sibTransId="{7F390DC3-29BD-4D31-8585-A4C0CF536DC8}"/>
    <dgm:cxn modelId="{E341A8E2-A3D0-4EB7-9FE1-43552F2B8C4C}" srcId="{6C030A9F-E391-4ECE-8F09-5677892A1F22}" destId="{7F5ED8D3-0122-4EE1-867D-BB6FA19E37D5}" srcOrd="3" destOrd="0" parTransId="{CF28A4FB-22F3-486C-AD24-510E01C3C1EA}" sibTransId="{CB092081-43D9-4F69-8595-FB51D04C3B50}"/>
    <dgm:cxn modelId="{388851FE-C143-496E-BB50-F06DB41B784C}" type="presOf" srcId="{A7D268F2-7E9E-49F2-9ABB-4AEEE7E28D86}" destId="{3DF4F7FE-D577-4570-80A5-EBA322AA9152}" srcOrd="0" destOrd="0" presId="urn:microsoft.com/office/officeart/2005/8/layout/vList2"/>
    <dgm:cxn modelId="{172FDF93-3709-420B-A83B-F19B9146433C}" type="presParOf" srcId="{3DF4F7FE-D577-4570-80A5-EBA322AA9152}" destId="{BB53526C-77C4-439C-8FA3-86871464A214}" srcOrd="0" destOrd="0" presId="urn:microsoft.com/office/officeart/2005/8/layout/vList2"/>
    <dgm:cxn modelId="{387B8873-F8BF-4F24-8EE8-0925EAC86688}" type="presParOf" srcId="{3DF4F7FE-D577-4570-80A5-EBA322AA9152}" destId="{1B6C9DD7-B97C-4976-9643-CE3F30358A7E}" srcOrd="1" destOrd="0" presId="urn:microsoft.com/office/officeart/2005/8/layout/vList2"/>
    <dgm:cxn modelId="{A16C686D-D430-404F-B6E3-ED402B7C02E9}" type="presParOf" srcId="{3DF4F7FE-D577-4570-80A5-EBA322AA9152}" destId="{96B85631-FCAF-4F0A-ACCA-8D5BAC04E0FA}" srcOrd="2" destOrd="0" presId="urn:microsoft.com/office/officeart/2005/8/layout/vList2"/>
    <dgm:cxn modelId="{12A74A5D-3201-4022-BA35-499D4E1B52BD}" type="presParOf" srcId="{3DF4F7FE-D577-4570-80A5-EBA322AA9152}" destId="{FE16CADB-316E-4AA6-B0EB-D2BFFEF624A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186494-C7E1-4E6B-95AB-86716412D91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6DBC7BE-51C2-45BF-A22E-4DCDA058ABFB}">
      <dgm:prSet/>
      <dgm:spPr/>
      <dgm:t>
        <a:bodyPr/>
        <a:lstStyle/>
        <a:p>
          <a:r>
            <a:rPr lang="en-US" b="1"/>
            <a:t>Initial Codebase Setup</a:t>
          </a:r>
          <a:endParaRPr lang="en-US"/>
        </a:p>
      </dgm:t>
    </dgm:pt>
    <dgm:pt modelId="{8693E2C7-01A9-4126-9F0E-288CD3DBB085}" type="parTrans" cxnId="{4F75229A-4FC8-424F-ADAD-F5822427318F}">
      <dgm:prSet/>
      <dgm:spPr/>
      <dgm:t>
        <a:bodyPr/>
        <a:lstStyle/>
        <a:p>
          <a:endParaRPr lang="en-US"/>
        </a:p>
      </dgm:t>
    </dgm:pt>
    <dgm:pt modelId="{0102E4C9-68BA-4512-8066-E9E303E1E884}" type="sibTrans" cxnId="{4F75229A-4FC8-424F-ADAD-F5822427318F}">
      <dgm:prSet/>
      <dgm:spPr/>
      <dgm:t>
        <a:bodyPr/>
        <a:lstStyle/>
        <a:p>
          <a:endParaRPr lang="en-US"/>
        </a:p>
      </dgm:t>
    </dgm:pt>
    <dgm:pt modelId="{550CF9B0-30F7-4497-96B6-BEAC0777977F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Project environment and tools setup.</a:t>
          </a:r>
        </a:p>
      </dgm:t>
    </dgm:pt>
    <dgm:pt modelId="{B20E0589-ED82-46B6-9A6E-80FB7AA9D9AB}" type="parTrans" cxnId="{BEC459F5-18F8-4753-BA4B-8ED56979BE4A}">
      <dgm:prSet/>
      <dgm:spPr/>
      <dgm:t>
        <a:bodyPr/>
        <a:lstStyle/>
        <a:p>
          <a:endParaRPr lang="en-US"/>
        </a:p>
      </dgm:t>
    </dgm:pt>
    <dgm:pt modelId="{47E74D14-5E45-4F3C-99E2-1C70C146A110}" type="sibTrans" cxnId="{BEC459F5-18F8-4753-BA4B-8ED56979BE4A}">
      <dgm:prSet/>
      <dgm:spPr/>
      <dgm:t>
        <a:bodyPr/>
        <a:lstStyle/>
        <a:p>
          <a:endParaRPr lang="en-US"/>
        </a:p>
      </dgm:t>
    </dgm:pt>
    <dgm:pt modelId="{83CDD512-A2FE-4886-99AA-204E49ED5F8B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Required libraries installed (Python, TensorFlow / OpenCV).</a:t>
          </a:r>
        </a:p>
      </dgm:t>
    </dgm:pt>
    <dgm:pt modelId="{2784CAD1-86DD-4021-B1E7-0592E59BAB35}" type="parTrans" cxnId="{48608672-ECE3-43B3-A4E2-D14D5E696743}">
      <dgm:prSet/>
      <dgm:spPr/>
      <dgm:t>
        <a:bodyPr/>
        <a:lstStyle/>
        <a:p>
          <a:endParaRPr lang="en-US"/>
        </a:p>
      </dgm:t>
    </dgm:pt>
    <dgm:pt modelId="{4BA1DD1E-0ADD-4C48-BE46-9B86AA62BABB}" type="sibTrans" cxnId="{48608672-ECE3-43B3-A4E2-D14D5E696743}">
      <dgm:prSet/>
      <dgm:spPr/>
      <dgm:t>
        <a:bodyPr/>
        <a:lstStyle/>
        <a:p>
          <a:endParaRPr lang="en-US"/>
        </a:p>
      </dgm:t>
    </dgm:pt>
    <dgm:pt modelId="{633A9E17-79B3-433B-B8E3-DFA70D82F5EC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Dataset loaded and organized.</a:t>
          </a:r>
        </a:p>
      </dgm:t>
    </dgm:pt>
    <dgm:pt modelId="{20BDD1DD-8223-4ABD-99C9-22C06001555F}" type="parTrans" cxnId="{11632C90-C10F-4FA8-B834-EA5E959D826B}">
      <dgm:prSet/>
      <dgm:spPr/>
      <dgm:t>
        <a:bodyPr/>
        <a:lstStyle/>
        <a:p>
          <a:endParaRPr lang="en-US"/>
        </a:p>
      </dgm:t>
    </dgm:pt>
    <dgm:pt modelId="{D22BC4C4-9824-4E43-AF14-7EDDA4B53C5B}" type="sibTrans" cxnId="{11632C90-C10F-4FA8-B834-EA5E959D826B}">
      <dgm:prSet/>
      <dgm:spPr/>
      <dgm:t>
        <a:bodyPr/>
        <a:lstStyle/>
        <a:p>
          <a:endParaRPr lang="en-US"/>
        </a:p>
      </dgm:t>
    </dgm:pt>
    <dgm:pt modelId="{831D09FB-9BC4-4889-B9B3-DDF67D0A9FFD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Basic model structure created for plant disease detection.</a:t>
          </a:r>
        </a:p>
      </dgm:t>
    </dgm:pt>
    <dgm:pt modelId="{DC7EAB2C-C187-4E96-9264-23095E632FAA}" type="parTrans" cxnId="{F09D2101-AF43-48EC-9380-3C7B6EC31168}">
      <dgm:prSet/>
      <dgm:spPr/>
      <dgm:t>
        <a:bodyPr/>
        <a:lstStyle/>
        <a:p>
          <a:endParaRPr lang="en-US"/>
        </a:p>
      </dgm:t>
    </dgm:pt>
    <dgm:pt modelId="{6F01FDC2-1DA8-492E-945E-7C0C9D9B1443}" type="sibTrans" cxnId="{F09D2101-AF43-48EC-9380-3C7B6EC31168}">
      <dgm:prSet/>
      <dgm:spPr/>
      <dgm:t>
        <a:bodyPr/>
        <a:lstStyle/>
        <a:p>
          <a:endParaRPr lang="en-US"/>
        </a:p>
      </dgm:t>
    </dgm:pt>
    <dgm:pt modelId="{84234746-9BE7-46EC-A83A-FE8732A1FF2D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Initial testing of the system started.</a:t>
          </a:r>
        </a:p>
      </dgm:t>
    </dgm:pt>
    <dgm:pt modelId="{6B6234B6-A1CD-4275-BAA7-94ADD3E9FEF6}" type="parTrans" cxnId="{1B68340A-27FE-4BFB-9634-7F1BAEFE7515}">
      <dgm:prSet/>
      <dgm:spPr/>
      <dgm:t>
        <a:bodyPr/>
        <a:lstStyle/>
        <a:p>
          <a:endParaRPr lang="en-US"/>
        </a:p>
      </dgm:t>
    </dgm:pt>
    <dgm:pt modelId="{8FB124BF-3CFE-4A8A-AC7E-4281986175AD}" type="sibTrans" cxnId="{1B68340A-27FE-4BFB-9634-7F1BAEFE7515}">
      <dgm:prSet/>
      <dgm:spPr/>
      <dgm:t>
        <a:bodyPr/>
        <a:lstStyle/>
        <a:p>
          <a:endParaRPr lang="en-US"/>
        </a:p>
      </dgm:t>
    </dgm:pt>
    <dgm:pt modelId="{B98CB062-8067-44CB-91C7-2EF92D8400B6}" type="pres">
      <dgm:prSet presAssocID="{48186494-C7E1-4E6B-95AB-86716412D91D}" presName="vert0" presStyleCnt="0">
        <dgm:presLayoutVars>
          <dgm:dir/>
          <dgm:animOne val="branch"/>
          <dgm:animLvl val="lvl"/>
        </dgm:presLayoutVars>
      </dgm:prSet>
      <dgm:spPr/>
    </dgm:pt>
    <dgm:pt modelId="{4834FD2F-1C3C-4A95-8507-CB12470D417E}" type="pres">
      <dgm:prSet presAssocID="{E6DBC7BE-51C2-45BF-A22E-4DCDA058ABFB}" presName="thickLine" presStyleLbl="alignNode1" presStyleIdx="0" presStyleCnt="1"/>
      <dgm:spPr/>
    </dgm:pt>
    <dgm:pt modelId="{DB29F907-3234-4407-BBC5-B01812AF8D12}" type="pres">
      <dgm:prSet presAssocID="{E6DBC7BE-51C2-45BF-A22E-4DCDA058ABFB}" presName="horz1" presStyleCnt="0"/>
      <dgm:spPr/>
    </dgm:pt>
    <dgm:pt modelId="{BB89FDF7-71AD-4BAE-ABC2-88201ACBD53F}" type="pres">
      <dgm:prSet presAssocID="{E6DBC7BE-51C2-45BF-A22E-4DCDA058ABFB}" presName="tx1" presStyleLbl="revTx" presStyleIdx="0" presStyleCnt="6"/>
      <dgm:spPr/>
    </dgm:pt>
    <dgm:pt modelId="{F431B7CE-C4A8-48B4-9487-0AE7738423B9}" type="pres">
      <dgm:prSet presAssocID="{E6DBC7BE-51C2-45BF-A22E-4DCDA058ABFB}" presName="vert1" presStyleCnt="0"/>
      <dgm:spPr/>
    </dgm:pt>
    <dgm:pt modelId="{114122E5-F316-48B4-87DB-B1842A5812D6}" type="pres">
      <dgm:prSet presAssocID="{550CF9B0-30F7-4497-96B6-BEAC0777977F}" presName="vertSpace2a" presStyleCnt="0"/>
      <dgm:spPr/>
    </dgm:pt>
    <dgm:pt modelId="{A836DA43-9389-4C1A-B817-3A12396547C1}" type="pres">
      <dgm:prSet presAssocID="{550CF9B0-30F7-4497-96B6-BEAC0777977F}" presName="horz2" presStyleCnt="0"/>
      <dgm:spPr/>
    </dgm:pt>
    <dgm:pt modelId="{C077579D-5ECB-4EBE-89DA-F3DEB7DB48D3}" type="pres">
      <dgm:prSet presAssocID="{550CF9B0-30F7-4497-96B6-BEAC0777977F}" presName="horzSpace2" presStyleCnt="0"/>
      <dgm:spPr/>
    </dgm:pt>
    <dgm:pt modelId="{3954CAF7-3C8E-45AA-BF5E-000B39B56C3A}" type="pres">
      <dgm:prSet presAssocID="{550CF9B0-30F7-4497-96B6-BEAC0777977F}" presName="tx2" presStyleLbl="revTx" presStyleIdx="1" presStyleCnt="6"/>
      <dgm:spPr/>
    </dgm:pt>
    <dgm:pt modelId="{F15A4A3C-70DA-49ED-B66C-26655C701F3C}" type="pres">
      <dgm:prSet presAssocID="{550CF9B0-30F7-4497-96B6-BEAC0777977F}" presName="vert2" presStyleCnt="0"/>
      <dgm:spPr/>
    </dgm:pt>
    <dgm:pt modelId="{E5433F1F-C0F1-4BA3-90DD-7AD87AC1F331}" type="pres">
      <dgm:prSet presAssocID="{550CF9B0-30F7-4497-96B6-BEAC0777977F}" presName="thinLine2b" presStyleLbl="callout" presStyleIdx="0" presStyleCnt="5"/>
      <dgm:spPr/>
    </dgm:pt>
    <dgm:pt modelId="{8C881A73-F2C7-4C04-99E3-802E5B837680}" type="pres">
      <dgm:prSet presAssocID="{550CF9B0-30F7-4497-96B6-BEAC0777977F}" presName="vertSpace2b" presStyleCnt="0"/>
      <dgm:spPr/>
    </dgm:pt>
    <dgm:pt modelId="{F484CC8C-A7B0-4778-B014-032F64FCD663}" type="pres">
      <dgm:prSet presAssocID="{83CDD512-A2FE-4886-99AA-204E49ED5F8B}" presName="horz2" presStyleCnt="0"/>
      <dgm:spPr/>
    </dgm:pt>
    <dgm:pt modelId="{A7DFED66-FA57-441B-BEC9-322EF86225EA}" type="pres">
      <dgm:prSet presAssocID="{83CDD512-A2FE-4886-99AA-204E49ED5F8B}" presName="horzSpace2" presStyleCnt="0"/>
      <dgm:spPr/>
    </dgm:pt>
    <dgm:pt modelId="{23EFC07E-AEE9-48F9-86BD-6625A4A23BA7}" type="pres">
      <dgm:prSet presAssocID="{83CDD512-A2FE-4886-99AA-204E49ED5F8B}" presName="tx2" presStyleLbl="revTx" presStyleIdx="2" presStyleCnt="6"/>
      <dgm:spPr/>
    </dgm:pt>
    <dgm:pt modelId="{8952CEF5-FD98-4F7C-AECD-EB25ED304BD7}" type="pres">
      <dgm:prSet presAssocID="{83CDD512-A2FE-4886-99AA-204E49ED5F8B}" presName="vert2" presStyleCnt="0"/>
      <dgm:spPr/>
    </dgm:pt>
    <dgm:pt modelId="{A50D8DEA-8D20-45A5-B97F-AA63AF8B82B0}" type="pres">
      <dgm:prSet presAssocID="{83CDD512-A2FE-4886-99AA-204E49ED5F8B}" presName="thinLine2b" presStyleLbl="callout" presStyleIdx="1" presStyleCnt="5"/>
      <dgm:spPr/>
    </dgm:pt>
    <dgm:pt modelId="{3C3AC6F1-E9D9-44D5-ADA3-70C126EF1D90}" type="pres">
      <dgm:prSet presAssocID="{83CDD512-A2FE-4886-99AA-204E49ED5F8B}" presName="vertSpace2b" presStyleCnt="0"/>
      <dgm:spPr/>
    </dgm:pt>
    <dgm:pt modelId="{1DFAA716-29EE-4DFD-BCBF-AE5E19691BD4}" type="pres">
      <dgm:prSet presAssocID="{633A9E17-79B3-433B-B8E3-DFA70D82F5EC}" presName="horz2" presStyleCnt="0"/>
      <dgm:spPr/>
    </dgm:pt>
    <dgm:pt modelId="{F8EA2878-F669-4A81-B518-8B42C1BAAB9D}" type="pres">
      <dgm:prSet presAssocID="{633A9E17-79B3-433B-B8E3-DFA70D82F5EC}" presName="horzSpace2" presStyleCnt="0"/>
      <dgm:spPr/>
    </dgm:pt>
    <dgm:pt modelId="{E483C4A6-B6BB-4CFA-92F2-5FE8C89BA3DF}" type="pres">
      <dgm:prSet presAssocID="{633A9E17-79B3-433B-B8E3-DFA70D82F5EC}" presName="tx2" presStyleLbl="revTx" presStyleIdx="3" presStyleCnt="6"/>
      <dgm:spPr/>
    </dgm:pt>
    <dgm:pt modelId="{79305C25-872B-453E-8D84-DEA840179718}" type="pres">
      <dgm:prSet presAssocID="{633A9E17-79B3-433B-B8E3-DFA70D82F5EC}" presName="vert2" presStyleCnt="0"/>
      <dgm:spPr/>
    </dgm:pt>
    <dgm:pt modelId="{C4460B6E-2498-4FF4-BD41-AD67A06134C2}" type="pres">
      <dgm:prSet presAssocID="{633A9E17-79B3-433B-B8E3-DFA70D82F5EC}" presName="thinLine2b" presStyleLbl="callout" presStyleIdx="2" presStyleCnt="5"/>
      <dgm:spPr/>
    </dgm:pt>
    <dgm:pt modelId="{C1027C02-C717-4E80-A3DC-AED7A7DA9420}" type="pres">
      <dgm:prSet presAssocID="{633A9E17-79B3-433B-B8E3-DFA70D82F5EC}" presName="vertSpace2b" presStyleCnt="0"/>
      <dgm:spPr/>
    </dgm:pt>
    <dgm:pt modelId="{2F2350A3-74AA-4129-9364-4DA96EFA65A8}" type="pres">
      <dgm:prSet presAssocID="{831D09FB-9BC4-4889-B9B3-DDF67D0A9FFD}" presName="horz2" presStyleCnt="0"/>
      <dgm:spPr/>
    </dgm:pt>
    <dgm:pt modelId="{7F484E9E-7F09-446D-AFDF-CE165D55BE1A}" type="pres">
      <dgm:prSet presAssocID="{831D09FB-9BC4-4889-B9B3-DDF67D0A9FFD}" presName="horzSpace2" presStyleCnt="0"/>
      <dgm:spPr/>
    </dgm:pt>
    <dgm:pt modelId="{F9BB5B33-0A0F-48AB-B366-55B0DFCBF0E2}" type="pres">
      <dgm:prSet presAssocID="{831D09FB-9BC4-4889-B9B3-DDF67D0A9FFD}" presName="tx2" presStyleLbl="revTx" presStyleIdx="4" presStyleCnt="6"/>
      <dgm:spPr/>
    </dgm:pt>
    <dgm:pt modelId="{C617F202-69FF-404D-A0EF-12C46BFB7224}" type="pres">
      <dgm:prSet presAssocID="{831D09FB-9BC4-4889-B9B3-DDF67D0A9FFD}" presName="vert2" presStyleCnt="0"/>
      <dgm:spPr/>
    </dgm:pt>
    <dgm:pt modelId="{0FECE731-B490-4B48-94FE-BB9374BE298E}" type="pres">
      <dgm:prSet presAssocID="{831D09FB-9BC4-4889-B9B3-DDF67D0A9FFD}" presName="thinLine2b" presStyleLbl="callout" presStyleIdx="3" presStyleCnt="5"/>
      <dgm:spPr/>
    </dgm:pt>
    <dgm:pt modelId="{A05F9C05-ECBE-4877-94E9-7CEFB2052FA1}" type="pres">
      <dgm:prSet presAssocID="{831D09FB-9BC4-4889-B9B3-DDF67D0A9FFD}" presName="vertSpace2b" presStyleCnt="0"/>
      <dgm:spPr/>
    </dgm:pt>
    <dgm:pt modelId="{2897AE9A-0E7F-460B-90C8-2EA23FE368E9}" type="pres">
      <dgm:prSet presAssocID="{84234746-9BE7-46EC-A83A-FE8732A1FF2D}" presName="horz2" presStyleCnt="0"/>
      <dgm:spPr/>
    </dgm:pt>
    <dgm:pt modelId="{BDBC5123-E41B-4000-BA18-0E0B120EE41C}" type="pres">
      <dgm:prSet presAssocID="{84234746-9BE7-46EC-A83A-FE8732A1FF2D}" presName="horzSpace2" presStyleCnt="0"/>
      <dgm:spPr/>
    </dgm:pt>
    <dgm:pt modelId="{F970A0F8-43C4-45D9-A6C4-0EDE5E27030D}" type="pres">
      <dgm:prSet presAssocID="{84234746-9BE7-46EC-A83A-FE8732A1FF2D}" presName="tx2" presStyleLbl="revTx" presStyleIdx="5" presStyleCnt="6"/>
      <dgm:spPr/>
    </dgm:pt>
    <dgm:pt modelId="{12E265EA-5ADE-4B7F-BEFD-82D9FE301E69}" type="pres">
      <dgm:prSet presAssocID="{84234746-9BE7-46EC-A83A-FE8732A1FF2D}" presName="vert2" presStyleCnt="0"/>
      <dgm:spPr/>
    </dgm:pt>
    <dgm:pt modelId="{5318170B-9ECD-4052-98A8-6C4C26969EFD}" type="pres">
      <dgm:prSet presAssocID="{84234746-9BE7-46EC-A83A-FE8732A1FF2D}" presName="thinLine2b" presStyleLbl="callout" presStyleIdx="4" presStyleCnt="5"/>
      <dgm:spPr/>
    </dgm:pt>
    <dgm:pt modelId="{EFE5DE5E-B65B-4DD1-99A5-2B7B608FCD7E}" type="pres">
      <dgm:prSet presAssocID="{84234746-9BE7-46EC-A83A-FE8732A1FF2D}" presName="vertSpace2b" presStyleCnt="0"/>
      <dgm:spPr/>
    </dgm:pt>
  </dgm:ptLst>
  <dgm:cxnLst>
    <dgm:cxn modelId="{F09D2101-AF43-48EC-9380-3C7B6EC31168}" srcId="{E6DBC7BE-51C2-45BF-A22E-4DCDA058ABFB}" destId="{831D09FB-9BC4-4889-B9B3-DDF67D0A9FFD}" srcOrd="3" destOrd="0" parTransId="{DC7EAB2C-C187-4E96-9264-23095E632FAA}" sibTransId="{6F01FDC2-1DA8-492E-945E-7C0C9D9B1443}"/>
    <dgm:cxn modelId="{808CA802-C2B8-4DFE-BC3F-E4B598D2CC14}" type="presOf" srcId="{E6DBC7BE-51C2-45BF-A22E-4DCDA058ABFB}" destId="{BB89FDF7-71AD-4BAE-ABC2-88201ACBD53F}" srcOrd="0" destOrd="0" presId="urn:microsoft.com/office/officeart/2008/layout/LinedList"/>
    <dgm:cxn modelId="{1B68340A-27FE-4BFB-9634-7F1BAEFE7515}" srcId="{E6DBC7BE-51C2-45BF-A22E-4DCDA058ABFB}" destId="{84234746-9BE7-46EC-A83A-FE8732A1FF2D}" srcOrd="4" destOrd="0" parTransId="{6B6234B6-A1CD-4275-BAA7-94ADD3E9FEF6}" sibTransId="{8FB124BF-3CFE-4A8A-AC7E-4281986175AD}"/>
    <dgm:cxn modelId="{CED0722E-ECF2-4407-BF82-1297D90F9DC8}" type="presOf" srcId="{48186494-C7E1-4E6B-95AB-86716412D91D}" destId="{B98CB062-8067-44CB-91C7-2EF92D8400B6}" srcOrd="0" destOrd="0" presId="urn:microsoft.com/office/officeart/2008/layout/LinedList"/>
    <dgm:cxn modelId="{BEFF146C-A45E-4BDF-90F8-CB33867B3C0A}" type="presOf" srcId="{633A9E17-79B3-433B-B8E3-DFA70D82F5EC}" destId="{E483C4A6-B6BB-4CFA-92F2-5FE8C89BA3DF}" srcOrd="0" destOrd="0" presId="urn:microsoft.com/office/officeart/2008/layout/LinedList"/>
    <dgm:cxn modelId="{48608672-ECE3-43B3-A4E2-D14D5E696743}" srcId="{E6DBC7BE-51C2-45BF-A22E-4DCDA058ABFB}" destId="{83CDD512-A2FE-4886-99AA-204E49ED5F8B}" srcOrd="1" destOrd="0" parTransId="{2784CAD1-86DD-4021-B1E7-0592E59BAB35}" sibTransId="{4BA1DD1E-0ADD-4C48-BE46-9B86AA62BABB}"/>
    <dgm:cxn modelId="{F5B16F75-DE1A-4DC2-970D-99B1A6DD5334}" type="presOf" srcId="{84234746-9BE7-46EC-A83A-FE8732A1FF2D}" destId="{F970A0F8-43C4-45D9-A6C4-0EDE5E27030D}" srcOrd="0" destOrd="0" presId="urn:microsoft.com/office/officeart/2008/layout/LinedList"/>
    <dgm:cxn modelId="{11632C90-C10F-4FA8-B834-EA5E959D826B}" srcId="{E6DBC7BE-51C2-45BF-A22E-4DCDA058ABFB}" destId="{633A9E17-79B3-433B-B8E3-DFA70D82F5EC}" srcOrd="2" destOrd="0" parTransId="{20BDD1DD-8223-4ABD-99C9-22C06001555F}" sibTransId="{D22BC4C4-9824-4E43-AF14-7EDDA4B53C5B}"/>
    <dgm:cxn modelId="{4F75229A-4FC8-424F-ADAD-F5822427318F}" srcId="{48186494-C7E1-4E6B-95AB-86716412D91D}" destId="{E6DBC7BE-51C2-45BF-A22E-4DCDA058ABFB}" srcOrd="0" destOrd="0" parTransId="{8693E2C7-01A9-4126-9F0E-288CD3DBB085}" sibTransId="{0102E4C9-68BA-4512-8066-E9E303E1E884}"/>
    <dgm:cxn modelId="{790DFC9F-9D9F-43EA-AE9F-BC4BF7D50DB2}" type="presOf" srcId="{83CDD512-A2FE-4886-99AA-204E49ED5F8B}" destId="{23EFC07E-AEE9-48F9-86BD-6625A4A23BA7}" srcOrd="0" destOrd="0" presId="urn:microsoft.com/office/officeart/2008/layout/LinedList"/>
    <dgm:cxn modelId="{7728C9C3-FAB8-40C0-B174-91876DCDCF8D}" type="presOf" srcId="{550CF9B0-30F7-4497-96B6-BEAC0777977F}" destId="{3954CAF7-3C8E-45AA-BF5E-000B39B56C3A}" srcOrd="0" destOrd="0" presId="urn:microsoft.com/office/officeart/2008/layout/LinedList"/>
    <dgm:cxn modelId="{63CDE4D3-6035-4E36-AD7A-37884DBB2BB3}" type="presOf" srcId="{831D09FB-9BC4-4889-B9B3-DDF67D0A9FFD}" destId="{F9BB5B33-0A0F-48AB-B366-55B0DFCBF0E2}" srcOrd="0" destOrd="0" presId="urn:microsoft.com/office/officeart/2008/layout/LinedList"/>
    <dgm:cxn modelId="{BEC459F5-18F8-4753-BA4B-8ED56979BE4A}" srcId="{E6DBC7BE-51C2-45BF-A22E-4DCDA058ABFB}" destId="{550CF9B0-30F7-4497-96B6-BEAC0777977F}" srcOrd="0" destOrd="0" parTransId="{B20E0589-ED82-46B6-9A6E-80FB7AA9D9AB}" sibTransId="{47E74D14-5E45-4F3C-99E2-1C70C146A110}"/>
    <dgm:cxn modelId="{E810F815-B6BA-4D28-9D76-E98300610CA1}" type="presParOf" srcId="{B98CB062-8067-44CB-91C7-2EF92D8400B6}" destId="{4834FD2F-1C3C-4A95-8507-CB12470D417E}" srcOrd="0" destOrd="0" presId="urn:microsoft.com/office/officeart/2008/layout/LinedList"/>
    <dgm:cxn modelId="{E1936047-F195-4D06-85A8-1B7405E28075}" type="presParOf" srcId="{B98CB062-8067-44CB-91C7-2EF92D8400B6}" destId="{DB29F907-3234-4407-BBC5-B01812AF8D12}" srcOrd="1" destOrd="0" presId="urn:microsoft.com/office/officeart/2008/layout/LinedList"/>
    <dgm:cxn modelId="{544D8B69-5EF7-47A7-97AA-E1F6C8705CF8}" type="presParOf" srcId="{DB29F907-3234-4407-BBC5-B01812AF8D12}" destId="{BB89FDF7-71AD-4BAE-ABC2-88201ACBD53F}" srcOrd="0" destOrd="0" presId="urn:microsoft.com/office/officeart/2008/layout/LinedList"/>
    <dgm:cxn modelId="{80D4FAB8-1B35-453F-9FB2-641E0AF6A971}" type="presParOf" srcId="{DB29F907-3234-4407-BBC5-B01812AF8D12}" destId="{F431B7CE-C4A8-48B4-9487-0AE7738423B9}" srcOrd="1" destOrd="0" presId="urn:microsoft.com/office/officeart/2008/layout/LinedList"/>
    <dgm:cxn modelId="{6E15E4AC-E2F3-494B-9027-08C81856738F}" type="presParOf" srcId="{F431B7CE-C4A8-48B4-9487-0AE7738423B9}" destId="{114122E5-F316-48B4-87DB-B1842A5812D6}" srcOrd="0" destOrd="0" presId="urn:microsoft.com/office/officeart/2008/layout/LinedList"/>
    <dgm:cxn modelId="{4F2022B4-401F-481B-948C-BAF83B126B81}" type="presParOf" srcId="{F431B7CE-C4A8-48B4-9487-0AE7738423B9}" destId="{A836DA43-9389-4C1A-B817-3A12396547C1}" srcOrd="1" destOrd="0" presId="urn:microsoft.com/office/officeart/2008/layout/LinedList"/>
    <dgm:cxn modelId="{710D9C57-3F2C-4E36-8BDA-1DED4E5A6127}" type="presParOf" srcId="{A836DA43-9389-4C1A-B817-3A12396547C1}" destId="{C077579D-5ECB-4EBE-89DA-F3DEB7DB48D3}" srcOrd="0" destOrd="0" presId="urn:microsoft.com/office/officeart/2008/layout/LinedList"/>
    <dgm:cxn modelId="{41D4623A-2B99-4990-AB9D-55C7D134972D}" type="presParOf" srcId="{A836DA43-9389-4C1A-B817-3A12396547C1}" destId="{3954CAF7-3C8E-45AA-BF5E-000B39B56C3A}" srcOrd="1" destOrd="0" presId="urn:microsoft.com/office/officeart/2008/layout/LinedList"/>
    <dgm:cxn modelId="{E0AA4051-1425-40F7-8FB2-2D24B5BBEDC5}" type="presParOf" srcId="{A836DA43-9389-4C1A-B817-3A12396547C1}" destId="{F15A4A3C-70DA-49ED-B66C-26655C701F3C}" srcOrd="2" destOrd="0" presId="urn:microsoft.com/office/officeart/2008/layout/LinedList"/>
    <dgm:cxn modelId="{E88C5446-DC48-4C1C-BB89-178A629BA2EF}" type="presParOf" srcId="{F431B7CE-C4A8-48B4-9487-0AE7738423B9}" destId="{E5433F1F-C0F1-4BA3-90DD-7AD87AC1F331}" srcOrd="2" destOrd="0" presId="urn:microsoft.com/office/officeart/2008/layout/LinedList"/>
    <dgm:cxn modelId="{E141EC65-2CE0-49A1-95CD-38D14E6BAD36}" type="presParOf" srcId="{F431B7CE-C4A8-48B4-9487-0AE7738423B9}" destId="{8C881A73-F2C7-4C04-99E3-802E5B837680}" srcOrd="3" destOrd="0" presId="urn:microsoft.com/office/officeart/2008/layout/LinedList"/>
    <dgm:cxn modelId="{AD96EE3F-B01B-4691-92EA-AF2FE3933BD1}" type="presParOf" srcId="{F431B7CE-C4A8-48B4-9487-0AE7738423B9}" destId="{F484CC8C-A7B0-4778-B014-032F64FCD663}" srcOrd="4" destOrd="0" presId="urn:microsoft.com/office/officeart/2008/layout/LinedList"/>
    <dgm:cxn modelId="{F0DFEE0E-7B81-4414-80C8-49AEDFE6D18F}" type="presParOf" srcId="{F484CC8C-A7B0-4778-B014-032F64FCD663}" destId="{A7DFED66-FA57-441B-BEC9-322EF86225EA}" srcOrd="0" destOrd="0" presId="urn:microsoft.com/office/officeart/2008/layout/LinedList"/>
    <dgm:cxn modelId="{A14AABD3-FAA5-458D-8900-F57EC5A3130B}" type="presParOf" srcId="{F484CC8C-A7B0-4778-B014-032F64FCD663}" destId="{23EFC07E-AEE9-48F9-86BD-6625A4A23BA7}" srcOrd="1" destOrd="0" presId="urn:microsoft.com/office/officeart/2008/layout/LinedList"/>
    <dgm:cxn modelId="{D592600C-97A0-43FE-B20E-46A5F9C0D9F1}" type="presParOf" srcId="{F484CC8C-A7B0-4778-B014-032F64FCD663}" destId="{8952CEF5-FD98-4F7C-AECD-EB25ED304BD7}" srcOrd="2" destOrd="0" presId="urn:microsoft.com/office/officeart/2008/layout/LinedList"/>
    <dgm:cxn modelId="{04749F63-7D66-4CB9-8610-1847D9E2E596}" type="presParOf" srcId="{F431B7CE-C4A8-48B4-9487-0AE7738423B9}" destId="{A50D8DEA-8D20-45A5-B97F-AA63AF8B82B0}" srcOrd="5" destOrd="0" presId="urn:microsoft.com/office/officeart/2008/layout/LinedList"/>
    <dgm:cxn modelId="{3F0F3E15-EF81-46F1-8C9C-B0905ABA999A}" type="presParOf" srcId="{F431B7CE-C4A8-48B4-9487-0AE7738423B9}" destId="{3C3AC6F1-E9D9-44D5-ADA3-70C126EF1D90}" srcOrd="6" destOrd="0" presId="urn:microsoft.com/office/officeart/2008/layout/LinedList"/>
    <dgm:cxn modelId="{C01454DF-EAB2-4A7F-B000-5F304E76B79D}" type="presParOf" srcId="{F431B7CE-C4A8-48B4-9487-0AE7738423B9}" destId="{1DFAA716-29EE-4DFD-BCBF-AE5E19691BD4}" srcOrd="7" destOrd="0" presId="urn:microsoft.com/office/officeart/2008/layout/LinedList"/>
    <dgm:cxn modelId="{5D2E954E-042C-4864-A137-7DFAC93EA124}" type="presParOf" srcId="{1DFAA716-29EE-4DFD-BCBF-AE5E19691BD4}" destId="{F8EA2878-F669-4A81-B518-8B42C1BAAB9D}" srcOrd="0" destOrd="0" presId="urn:microsoft.com/office/officeart/2008/layout/LinedList"/>
    <dgm:cxn modelId="{A1975F03-BD89-4E01-AB33-3F5B17106A55}" type="presParOf" srcId="{1DFAA716-29EE-4DFD-BCBF-AE5E19691BD4}" destId="{E483C4A6-B6BB-4CFA-92F2-5FE8C89BA3DF}" srcOrd="1" destOrd="0" presId="urn:microsoft.com/office/officeart/2008/layout/LinedList"/>
    <dgm:cxn modelId="{55AC9C8B-AB61-4D60-AEE6-A8FB4A8CBA2E}" type="presParOf" srcId="{1DFAA716-29EE-4DFD-BCBF-AE5E19691BD4}" destId="{79305C25-872B-453E-8D84-DEA840179718}" srcOrd="2" destOrd="0" presId="urn:microsoft.com/office/officeart/2008/layout/LinedList"/>
    <dgm:cxn modelId="{34F4CDFC-BE6A-420C-9396-E0B1808D77A2}" type="presParOf" srcId="{F431B7CE-C4A8-48B4-9487-0AE7738423B9}" destId="{C4460B6E-2498-4FF4-BD41-AD67A06134C2}" srcOrd="8" destOrd="0" presId="urn:microsoft.com/office/officeart/2008/layout/LinedList"/>
    <dgm:cxn modelId="{0EC80DAA-3DA8-4817-B678-457452EB91FB}" type="presParOf" srcId="{F431B7CE-C4A8-48B4-9487-0AE7738423B9}" destId="{C1027C02-C717-4E80-A3DC-AED7A7DA9420}" srcOrd="9" destOrd="0" presId="urn:microsoft.com/office/officeart/2008/layout/LinedList"/>
    <dgm:cxn modelId="{A6484651-0602-4341-93CA-55FADA4450CC}" type="presParOf" srcId="{F431B7CE-C4A8-48B4-9487-0AE7738423B9}" destId="{2F2350A3-74AA-4129-9364-4DA96EFA65A8}" srcOrd="10" destOrd="0" presId="urn:microsoft.com/office/officeart/2008/layout/LinedList"/>
    <dgm:cxn modelId="{23071C5E-C4B4-4418-AD81-D4B149FE0DEB}" type="presParOf" srcId="{2F2350A3-74AA-4129-9364-4DA96EFA65A8}" destId="{7F484E9E-7F09-446D-AFDF-CE165D55BE1A}" srcOrd="0" destOrd="0" presId="urn:microsoft.com/office/officeart/2008/layout/LinedList"/>
    <dgm:cxn modelId="{3DBC949D-04F0-43C0-B5FB-5EE4548E3C05}" type="presParOf" srcId="{2F2350A3-74AA-4129-9364-4DA96EFA65A8}" destId="{F9BB5B33-0A0F-48AB-B366-55B0DFCBF0E2}" srcOrd="1" destOrd="0" presId="urn:microsoft.com/office/officeart/2008/layout/LinedList"/>
    <dgm:cxn modelId="{B4E5F337-3CE0-4E7A-82E4-EEF8F5AC2C1E}" type="presParOf" srcId="{2F2350A3-74AA-4129-9364-4DA96EFA65A8}" destId="{C617F202-69FF-404D-A0EF-12C46BFB7224}" srcOrd="2" destOrd="0" presId="urn:microsoft.com/office/officeart/2008/layout/LinedList"/>
    <dgm:cxn modelId="{55178979-C8F4-4341-B9B2-3F1ACFED682A}" type="presParOf" srcId="{F431B7CE-C4A8-48B4-9487-0AE7738423B9}" destId="{0FECE731-B490-4B48-94FE-BB9374BE298E}" srcOrd="11" destOrd="0" presId="urn:microsoft.com/office/officeart/2008/layout/LinedList"/>
    <dgm:cxn modelId="{B91F1C6D-743C-4819-9D59-792AC5CDFAB7}" type="presParOf" srcId="{F431B7CE-C4A8-48B4-9487-0AE7738423B9}" destId="{A05F9C05-ECBE-4877-94E9-7CEFB2052FA1}" srcOrd="12" destOrd="0" presId="urn:microsoft.com/office/officeart/2008/layout/LinedList"/>
    <dgm:cxn modelId="{705B0A30-493B-45FC-8F05-185C41FBD89D}" type="presParOf" srcId="{F431B7CE-C4A8-48B4-9487-0AE7738423B9}" destId="{2897AE9A-0E7F-460B-90C8-2EA23FE368E9}" srcOrd="13" destOrd="0" presId="urn:microsoft.com/office/officeart/2008/layout/LinedList"/>
    <dgm:cxn modelId="{F1485878-CE80-4D1E-80B3-1D30ED9A6DE7}" type="presParOf" srcId="{2897AE9A-0E7F-460B-90C8-2EA23FE368E9}" destId="{BDBC5123-E41B-4000-BA18-0E0B120EE41C}" srcOrd="0" destOrd="0" presId="urn:microsoft.com/office/officeart/2008/layout/LinedList"/>
    <dgm:cxn modelId="{F45759B3-59D6-446E-A04B-0BB44574B0D2}" type="presParOf" srcId="{2897AE9A-0E7F-460B-90C8-2EA23FE368E9}" destId="{F970A0F8-43C4-45D9-A6C4-0EDE5E27030D}" srcOrd="1" destOrd="0" presId="urn:microsoft.com/office/officeart/2008/layout/LinedList"/>
    <dgm:cxn modelId="{8F4957C1-C682-44EE-806E-82291170642E}" type="presParOf" srcId="{2897AE9A-0E7F-460B-90C8-2EA23FE368E9}" destId="{12E265EA-5ADE-4B7F-BEFD-82D9FE301E69}" srcOrd="2" destOrd="0" presId="urn:microsoft.com/office/officeart/2008/layout/LinedList"/>
    <dgm:cxn modelId="{42B9D019-B1A2-43A3-B4DC-780DC06A99A1}" type="presParOf" srcId="{F431B7CE-C4A8-48B4-9487-0AE7738423B9}" destId="{5318170B-9ECD-4052-98A8-6C4C26969EFD}" srcOrd="14" destOrd="0" presId="urn:microsoft.com/office/officeart/2008/layout/LinedList"/>
    <dgm:cxn modelId="{CE16BC04-D55E-45CD-B008-7A482B32DE33}" type="presParOf" srcId="{F431B7CE-C4A8-48B4-9487-0AE7738423B9}" destId="{EFE5DE5E-B65B-4DD1-99A5-2B7B608FCD7E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04CABA-DD68-47C5-8010-51E08A39DEC1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A40D2F-D8F1-44AC-8871-5FE6C6EE971E}">
      <dsp:nvSpPr>
        <dsp:cNvPr id="0" name=""/>
        <dsp:cNvSpPr/>
      </dsp:nvSpPr>
      <dsp:spPr>
        <a:xfrm>
          <a:off x="0" y="0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Project Overview</a:t>
          </a:r>
        </a:p>
      </dsp:txBody>
      <dsp:txXfrm>
        <a:off x="0" y="0"/>
        <a:ext cx="8229600" cy="565745"/>
      </dsp:txXfrm>
    </dsp:sp>
    <dsp:sp modelId="{786ABB31-6436-459E-8F83-A13AC0F49CFB}">
      <dsp:nvSpPr>
        <dsp:cNvPr id="0" name=""/>
        <dsp:cNvSpPr/>
      </dsp:nvSpPr>
      <dsp:spPr>
        <a:xfrm>
          <a:off x="0" y="56574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CF3752-7009-4783-B71C-68F8D6172FE0}">
      <dsp:nvSpPr>
        <dsp:cNvPr id="0" name=""/>
        <dsp:cNvSpPr/>
      </dsp:nvSpPr>
      <dsp:spPr>
        <a:xfrm>
          <a:off x="0" y="565745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Requirement Gathering &amp; Data Collection</a:t>
          </a:r>
        </a:p>
      </dsp:txBody>
      <dsp:txXfrm>
        <a:off x="0" y="565745"/>
        <a:ext cx="8229600" cy="565745"/>
      </dsp:txXfrm>
    </dsp:sp>
    <dsp:sp modelId="{B1922F09-4712-498D-99E9-44774F178508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1592CF-FA19-4E36-885E-98294062A795}">
      <dsp:nvSpPr>
        <dsp:cNvPr id="0" name=""/>
        <dsp:cNvSpPr/>
      </dsp:nvSpPr>
      <dsp:spPr>
        <a:xfrm>
          <a:off x="0" y="1131490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Design Phase</a:t>
          </a:r>
        </a:p>
      </dsp:txBody>
      <dsp:txXfrm>
        <a:off x="0" y="1131490"/>
        <a:ext cx="8229600" cy="565745"/>
      </dsp:txXfrm>
    </dsp:sp>
    <dsp:sp modelId="{FC3A1950-0EF8-41AB-8518-870C1668D4E0}">
      <dsp:nvSpPr>
        <dsp:cNvPr id="0" name=""/>
        <dsp:cNvSpPr/>
      </dsp:nvSpPr>
      <dsp:spPr>
        <a:xfrm>
          <a:off x="0" y="169723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DDF23C-35EF-48D2-BE9B-B304AC3E42B7}">
      <dsp:nvSpPr>
        <dsp:cNvPr id="0" name=""/>
        <dsp:cNvSpPr/>
      </dsp:nvSpPr>
      <dsp:spPr>
        <a:xfrm>
          <a:off x="0" y="1697236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Development Kickoff</a:t>
          </a:r>
        </a:p>
      </dsp:txBody>
      <dsp:txXfrm>
        <a:off x="0" y="1697236"/>
        <a:ext cx="8229600" cy="565745"/>
      </dsp:txXfrm>
    </dsp:sp>
    <dsp:sp modelId="{12F3B99F-EA1E-4566-9879-534012805802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8D89AE-F19B-406C-ACEA-409D4CCF8448}">
      <dsp:nvSpPr>
        <dsp:cNvPr id="0" name=""/>
        <dsp:cNvSpPr/>
      </dsp:nvSpPr>
      <dsp:spPr>
        <a:xfrm>
          <a:off x="0" y="2262981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SDG Goals Mapping</a:t>
          </a:r>
        </a:p>
      </dsp:txBody>
      <dsp:txXfrm>
        <a:off x="0" y="2262981"/>
        <a:ext cx="8229600" cy="565745"/>
      </dsp:txXfrm>
    </dsp:sp>
    <dsp:sp modelId="{948845E9-921F-4431-AC50-B930B5683C57}">
      <dsp:nvSpPr>
        <dsp:cNvPr id="0" name=""/>
        <dsp:cNvSpPr/>
      </dsp:nvSpPr>
      <dsp:spPr>
        <a:xfrm>
          <a:off x="0" y="282872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39B6A3-6759-48CA-AE41-D982432CE45C}">
      <dsp:nvSpPr>
        <dsp:cNvPr id="0" name=""/>
        <dsp:cNvSpPr/>
      </dsp:nvSpPr>
      <dsp:spPr>
        <a:xfrm>
          <a:off x="0" y="2828726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Multidisciplinary Approach</a:t>
          </a:r>
        </a:p>
      </dsp:txBody>
      <dsp:txXfrm>
        <a:off x="0" y="2828726"/>
        <a:ext cx="8229600" cy="565745"/>
      </dsp:txXfrm>
    </dsp:sp>
    <dsp:sp modelId="{197D375B-7F69-4147-BC74-20090B570304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1F3896-1D3D-441C-8B0C-53C3F3900726}">
      <dsp:nvSpPr>
        <dsp:cNvPr id="0" name=""/>
        <dsp:cNvSpPr/>
      </dsp:nvSpPr>
      <dsp:spPr>
        <a:xfrm>
          <a:off x="0" y="3394472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Novelty Factor</a:t>
          </a:r>
        </a:p>
      </dsp:txBody>
      <dsp:txXfrm>
        <a:off x="0" y="3394472"/>
        <a:ext cx="8229600" cy="565745"/>
      </dsp:txXfrm>
    </dsp:sp>
    <dsp:sp modelId="{C11FE2BB-78A3-46E6-BFF3-849D46F81CBA}">
      <dsp:nvSpPr>
        <dsp:cNvPr id="0" name=""/>
        <dsp:cNvSpPr/>
      </dsp:nvSpPr>
      <dsp:spPr>
        <a:xfrm>
          <a:off x="0" y="396021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5ADE91-0894-4B3A-8F97-72C3ADA6F7D2}">
      <dsp:nvSpPr>
        <dsp:cNvPr id="0" name=""/>
        <dsp:cNvSpPr/>
      </dsp:nvSpPr>
      <dsp:spPr>
        <a:xfrm>
          <a:off x="0" y="3960217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Challenges &amp; Risks</a:t>
          </a:r>
        </a:p>
      </dsp:txBody>
      <dsp:txXfrm>
        <a:off x="0" y="3960217"/>
        <a:ext cx="8229600" cy="5657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53526C-77C4-439C-8FA3-86871464A214}">
      <dsp:nvSpPr>
        <dsp:cNvPr id="0" name=""/>
        <dsp:cNvSpPr/>
      </dsp:nvSpPr>
      <dsp:spPr>
        <a:xfrm>
          <a:off x="0" y="5038"/>
          <a:ext cx="8229600" cy="772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Flow Diagrams (DFDs)</a:t>
          </a:r>
          <a:endParaRPr lang="en-US" sz="3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696" y="42734"/>
        <a:ext cx="8154208" cy="696808"/>
      </dsp:txXfrm>
    </dsp:sp>
    <dsp:sp modelId="{1B6C9DD7-B97C-4976-9643-CE3F30358A7E}">
      <dsp:nvSpPr>
        <dsp:cNvPr id="0" name=""/>
        <dsp:cNvSpPr/>
      </dsp:nvSpPr>
      <dsp:spPr>
        <a:xfrm>
          <a:off x="0" y="777238"/>
          <a:ext cx="8229600" cy="12637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Farmer → Image Upload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System → Disease Result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Manager → Manage Vegetables</a:t>
          </a:r>
        </a:p>
      </dsp:txBody>
      <dsp:txXfrm>
        <a:off x="0" y="777238"/>
        <a:ext cx="8229600" cy="1263735"/>
      </dsp:txXfrm>
    </dsp:sp>
    <dsp:sp modelId="{96B85631-FCAF-4F0A-ACCA-8D5BAC04E0FA}">
      <dsp:nvSpPr>
        <dsp:cNvPr id="0" name=""/>
        <dsp:cNvSpPr/>
      </dsp:nvSpPr>
      <dsp:spPr>
        <a:xfrm>
          <a:off x="0" y="2040974"/>
          <a:ext cx="8229600" cy="772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Architecture &amp; Tech Stack</a:t>
          </a:r>
          <a:endParaRPr lang="en-US" sz="3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696" y="2078670"/>
        <a:ext cx="8154208" cy="696808"/>
      </dsp:txXfrm>
    </dsp:sp>
    <dsp:sp modelId="{FE16CADB-316E-4AA6-B0EB-D2BFFEF624A1}">
      <dsp:nvSpPr>
        <dsp:cNvPr id="0" name=""/>
        <dsp:cNvSpPr/>
      </dsp:nvSpPr>
      <dsp:spPr>
        <a:xfrm>
          <a:off x="0" y="2813174"/>
          <a:ext cx="8229600" cy="1707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Frontend (User Interface)</a:t>
          </a: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Backend (Server Logic)</a:t>
          </a: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AI Model (Disease Detection)</a:t>
          </a:r>
          <a:endParaRPr lang="en-US" sz="2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Database (Store Data)</a:t>
          </a:r>
          <a:endParaRPr lang="en-US" sz="2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813174"/>
        <a:ext cx="8229600" cy="17077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34FD2F-1C3C-4A95-8507-CB12470D417E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9FDF7-71AD-4BAE-ABC2-88201ACBD53F}">
      <dsp:nvSpPr>
        <dsp:cNvPr id="0" name=""/>
        <dsp:cNvSpPr/>
      </dsp:nvSpPr>
      <dsp:spPr>
        <a:xfrm>
          <a:off x="0" y="0"/>
          <a:ext cx="1645920" cy="4525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Initial Codebase Setup</a:t>
          </a:r>
          <a:endParaRPr lang="en-US" sz="2700" kern="1200"/>
        </a:p>
      </dsp:txBody>
      <dsp:txXfrm>
        <a:off x="0" y="0"/>
        <a:ext cx="1645920" cy="4525963"/>
      </dsp:txXfrm>
    </dsp:sp>
    <dsp:sp modelId="{3954CAF7-3C8E-45AA-BF5E-000B39B56C3A}">
      <dsp:nvSpPr>
        <dsp:cNvPr id="0" name=""/>
        <dsp:cNvSpPr/>
      </dsp:nvSpPr>
      <dsp:spPr>
        <a:xfrm>
          <a:off x="1769364" y="42651"/>
          <a:ext cx="6460236" cy="853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Project environment and tools setup.</a:t>
          </a:r>
        </a:p>
      </dsp:txBody>
      <dsp:txXfrm>
        <a:off x="1769364" y="42651"/>
        <a:ext cx="6460236" cy="853037"/>
      </dsp:txXfrm>
    </dsp:sp>
    <dsp:sp modelId="{E5433F1F-C0F1-4BA3-90DD-7AD87AC1F331}">
      <dsp:nvSpPr>
        <dsp:cNvPr id="0" name=""/>
        <dsp:cNvSpPr/>
      </dsp:nvSpPr>
      <dsp:spPr>
        <a:xfrm>
          <a:off x="1645920" y="895689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EFC07E-AEE9-48F9-86BD-6625A4A23BA7}">
      <dsp:nvSpPr>
        <dsp:cNvPr id="0" name=""/>
        <dsp:cNvSpPr/>
      </dsp:nvSpPr>
      <dsp:spPr>
        <a:xfrm>
          <a:off x="1769364" y="938341"/>
          <a:ext cx="6460236" cy="853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Required libraries installed (Python, TensorFlow / OpenCV).</a:t>
          </a:r>
        </a:p>
      </dsp:txBody>
      <dsp:txXfrm>
        <a:off x="1769364" y="938341"/>
        <a:ext cx="6460236" cy="853037"/>
      </dsp:txXfrm>
    </dsp:sp>
    <dsp:sp modelId="{A50D8DEA-8D20-45A5-B97F-AA63AF8B82B0}">
      <dsp:nvSpPr>
        <dsp:cNvPr id="0" name=""/>
        <dsp:cNvSpPr/>
      </dsp:nvSpPr>
      <dsp:spPr>
        <a:xfrm>
          <a:off x="1645920" y="1791379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83C4A6-B6BB-4CFA-92F2-5FE8C89BA3DF}">
      <dsp:nvSpPr>
        <dsp:cNvPr id="0" name=""/>
        <dsp:cNvSpPr/>
      </dsp:nvSpPr>
      <dsp:spPr>
        <a:xfrm>
          <a:off x="1769364" y="1834031"/>
          <a:ext cx="6460236" cy="853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Dataset loaded and organized.</a:t>
          </a:r>
        </a:p>
      </dsp:txBody>
      <dsp:txXfrm>
        <a:off x="1769364" y="1834031"/>
        <a:ext cx="6460236" cy="853037"/>
      </dsp:txXfrm>
    </dsp:sp>
    <dsp:sp modelId="{C4460B6E-2498-4FF4-BD41-AD67A06134C2}">
      <dsp:nvSpPr>
        <dsp:cNvPr id="0" name=""/>
        <dsp:cNvSpPr/>
      </dsp:nvSpPr>
      <dsp:spPr>
        <a:xfrm>
          <a:off x="1645920" y="2687069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BB5B33-0A0F-48AB-B366-55B0DFCBF0E2}">
      <dsp:nvSpPr>
        <dsp:cNvPr id="0" name=""/>
        <dsp:cNvSpPr/>
      </dsp:nvSpPr>
      <dsp:spPr>
        <a:xfrm>
          <a:off x="1769364" y="2729721"/>
          <a:ext cx="6460236" cy="853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Basic model structure created for plant disease detection.</a:t>
          </a:r>
        </a:p>
      </dsp:txBody>
      <dsp:txXfrm>
        <a:off x="1769364" y="2729721"/>
        <a:ext cx="6460236" cy="853037"/>
      </dsp:txXfrm>
    </dsp:sp>
    <dsp:sp modelId="{0FECE731-B490-4B48-94FE-BB9374BE298E}">
      <dsp:nvSpPr>
        <dsp:cNvPr id="0" name=""/>
        <dsp:cNvSpPr/>
      </dsp:nvSpPr>
      <dsp:spPr>
        <a:xfrm>
          <a:off x="1645920" y="3582759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70A0F8-43C4-45D9-A6C4-0EDE5E27030D}">
      <dsp:nvSpPr>
        <dsp:cNvPr id="0" name=""/>
        <dsp:cNvSpPr/>
      </dsp:nvSpPr>
      <dsp:spPr>
        <a:xfrm>
          <a:off x="1769364" y="3625411"/>
          <a:ext cx="6460236" cy="853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Initial testing of the system started.</a:t>
          </a:r>
        </a:p>
      </dsp:txBody>
      <dsp:txXfrm>
        <a:off x="1769364" y="3625411"/>
        <a:ext cx="6460236" cy="853037"/>
      </dsp:txXfrm>
    </dsp:sp>
    <dsp:sp modelId="{5318170B-9ECD-4052-98A8-6C4C26969EFD}">
      <dsp:nvSpPr>
        <dsp:cNvPr id="0" name=""/>
        <dsp:cNvSpPr/>
      </dsp:nvSpPr>
      <dsp:spPr>
        <a:xfrm>
          <a:off x="1645920" y="4478449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5C626-2F83-4EE5-A956-15BAB7E6E322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4809AE-EA70-4ECC-8FE3-598D1789E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175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6CA556-3ED3-4E83-B209-8A9AB6216755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5965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5" descr="log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FAB009F-3F92-475B-B1D9-0CE431819213}" type="datetime1">
              <a:rPr lang="en-US" smtClean="0"/>
              <a:t>3/18/2026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92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970453F7-F083-4F56-AF23-CBEFD95BBE37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charset="0"/>
              <a:ea typeface="ＭＳ Ｐゴシック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4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4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7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4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038" name="Picture 15" descr="logo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88698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/>
          <a:cs typeface="MS PGothic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/>
          <a:cs typeface="MS PGothic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/>
          <a:cs typeface="MS PGothic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/>
          <a:cs typeface="MS PGothic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4">
            <a:extLst>
              <a:ext uri="{FF2B5EF4-FFF2-40B4-BE49-F238E27FC236}">
                <a16:creationId xmlns:a16="http://schemas.microsoft.com/office/drawing/2014/main" id="{E4690CBE-8CEE-F5EE-CA89-DCBB31B742DE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1</a:t>
            </a:fld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1417936" y="986135"/>
            <a:ext cx="6308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Integrated Project–II | Progress Review –1</a:t>
            </a:r>
            <a:endParaRPr lang="en-IN" altLang="en-US" sz="2400" b="1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211757"/>
              </p:ext>
            </p:extLst>
          </p:nvPr>
        </p:nvGraphicFramePr>
        <p:xfrm>
          <a:off x="341951" y="4799151"/>
          <a:ext cx="8460096" cy="221325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3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619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Submitted</a:t>
                      </a:r>
                      <a:r>
                        <a:rPr lang="en-US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To: 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Submitted By: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19">
                <a:tc rowSpan="5"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Ms. Tanu Minhas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Ravi Kumar (2411981457)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19">
                <a:tc vMerge="1">
                  <a:txBody>
                    <a:bodyPr/>
                    <a:lstStyle/>
                    <a:p>
                      <a:endParaRPr lang="en-IN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Saksham Yadav(2411981485)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19">
                <a:tc vMerge="1">
                  <a:txBody>
                    <a:bodyPr/>
                    <a:lstStyle/>
                    <a:p>
                      <a:endParaRPr lang="en-IN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Ritish Sharma (2411981466)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19">
                <a:tc vMerge="1">
                  <a:txBody>
                    <a:bodyPr/>
                    <a:lstStyle/>
                    <a:p>
                      <a:endParaRPr lang="en-IN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676">
                <a:tc vMerge="1">
                  <a:txBody>
                    <a:bodyPr/>
                    <a:lstStyle/>
                    <a:p>
                      <a:endParaRPr lang="en-IN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1802956" y="3733800"/>
            <a:ext cx="55322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altLang="en-US" b="1" dirty="0"/>
              <a:t>Department of Computer Science &amp; Engineering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32493" y="4035643"/>
            <a:ext cx="58732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altLang="en-US" sz="2400" b="1" dirty="0"/>
              <a:t>CHITKARA UNIVERSITY, HIMACHAL PRADESH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1548825"/>
            <a:ext cx="670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FF0000"/>
                </a:solidFill>
              </a:rPr>
              <a:t>Automatic Plant Disease Detection Using Image Processing</a:t>
            </a:r>
            <a:endParaRPr lang="en-I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959EEC-EE76-39F9-5B4C-E63B5D0747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162"/>
          <a:stretch>
            <a:fillRect/>
          </a:stretch>
        </p:blipFill>
        <p:spPr bwMode="auto">
          <a:xfrm>
            <a:off x="3101369" y="2361104"/>
            <a:ext cx="2935457" cy="137269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116D05-0834-7612-D70F-A80AA9957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52F4-17CD-409F-9080-70E7B46E1105}" type="datetime1">
              <a:rPr lang="en-US" smtClean="0"/>
              <a:t>3/18/2026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0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</p:spPr>
        <p:txBody>
          <a:bodyPr wrap="square" anchor="ctr">
            <a:normAutofit/>
          </a:bodyPr>
          <a:lstStyle/>
          <a:p>
            <a:r>
              <a:rPr lang="en-US" b="1" dirty="0"/>
              <a:t>Agenda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1FF52-CF87-460D-A5C7-10D13E9A92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3D229AA9-E97D-476F-BEB7-579D9EF6D0F1}" type="datetime1">
              <a:rPr lang="en-US" smtClean="0"/>
              <a:pPr>
                <a:spcAft>
                  <a:spcPts val="600"/>
                </a:spcAft>
              </a:pPr>
              <a:t>3/18/2026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C6C93-3E8E-52B2-70F6-0779F7D7A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wrap="square" anchor="ctr">
            <a:normAutofit/>
          </a:bodyPr>
          <a:lstStyle/>
          <a:p>
            <a:pPr marL="38100">
              <a:spcAft>
                <a:spcPts val="600"/>
              </a:spcAft>
            </a:pPr>
            <a:fld id="{81D60167-4931-47E6-BA6A-407CBD079E47}" type="slidenum">
              <a:rPr lang="en-IN" smtClean="0"/>
              <a:pPr marL="38100">
                <a:spcAft>
                  <a:spcPts val="600"/>
                </a:spcAft>
              </a:pPr>
              <a:t>2</a:t>
            </a:fld>
            <a:endParaRPr lang="en-IN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7F72E776-071F-56AF-5717-40C9CA673B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7739124"/>
              </p:ext>
            </p:extLst>
          </p:nvPr>
        </p:nvGraphicFramePr>
        <p:xfrm>
          <a:off x="457200" y="13716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839200" cy="5365750"/>
          </a:xfrm>
        </p:spPr>
        <p:txBody>
          <a:bodyPr/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often find it difficult to identify plant diseases at an early stage. Late detection can reduce crop quality and yield. A smart system is needed to automatically detect plant diseases using images of leaves.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develop a system that detects plant diseases from leaf images using image processing or machine learning and helps farmers take early action.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diseases from plant leaf images.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image processing / machine learning techniques.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disease name or detection result.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F4701-DCE9-511E-22E6-FB00860F2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0BA96-28CA-42BF-8CE2-937A0FCF959F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2D1B3-7666-C950-2B75-7B8A9CFC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3</a:t>
            </a:fld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F9FE-7DCA-8868-FF77-7C561EE30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26813-5327-D1C6-CCCB-37368FDA4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8458200" cy="4754563"/>
          </a:xfrm>
        </p:spPr>
        <p:txBody>
          <a:bodyPr/>
          <a:lstStyle/>
          <a:p>
            <a:pPr algn="just"/>
            <a:r>
              <a:rPr lang="en-US" sz="2400" b="1" dirty="0"/>
              <a:t>Stakeholders</a:t>
            </a:r>
            <a:r>
              <a:rPr lang="en-US" sz="2400" dirty="0"/>
              <a:t>: </a:t>
            </a:r>
          </a:p>
          <a:p>
            <a:pPr algn="just"/>
            <a:endParaRPr lang="en-US" sz="2400" dirty="0"/>
          </a:p>
          <a:p>
            <a:pPr algn="just"/>
            <a:endParaRPr lang="en-US" sz="2400" b="1" dirty="0"/>
          </a:p>
          <a:p>
            <a:pPr marL="0" indent="0" algn="just">
              <a:buNone/>
            </a:pPr>
            <a:endParaRPr lang="en-US" sz="2400" b="1" dirty="0"/>
          </a:p>
          <a:p>
            <a:pPr algn="just"/>
            <a:endParaRPr lang="en-US" sz="2400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8B7C3-BF76-F986-3E04-279B81D7F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009F-3F92-475B-B1D9-0CE431819213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0E7419-44D8-834C-A1AC-AD91FDBAA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4</a:t>
            </a:fld>
            <a:endParaRPr lang="en-IN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351FDE52-1C6E-1CB1-998B-62D0D6CE1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263" y="1859340"/>
            <a:ext cx="729077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developers working on smart agriculture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Farmers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researchers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Agriculture departments</a:t>
            </a:r>
          </a:p>
        </p:txBody>
      </p:sp>
    </p:spTree>
    <p:extLst>
      <p:ext uri="{BB962C8B-B14F-4D97-AF65-F5344CB8AC3E}">
        <p14:creationId xmlns:p14="http://schemas.microsoft.com/office/powerpoint/2010/main" val="2818934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2800" b="1" dirty="0"/>
            </a:br>
            <a:r>
              <a:rPr lang="en-US" sz="2800" b="1" dirty="0"/>
              <a:t>Requirement Gathering &amp; Data Collection</a:t>
            </a:r>
            <a:br>
              <a:rPr lang="en-US" sz="3200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5883275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 of Data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leaf images collected from datasets and online sources.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research papers and literature review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.(An Overview of the Research on Plant Leaves Disease detection using Image Processing Techniques 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 of diseased plant leaves.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Datasets / Literature Review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datasets like Plant Village dataset used for training.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research on plant disease detection using machine learning and image processing.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plant leaf image.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disease from the image.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disease result to the user and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Suggested Fertilizer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F09FB-984F-279E-C7E4-B1C066E5D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4BF9-92DC-4C99-B960-656559E2FCAC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48A0F-27AB-7C64-E19A-28B4698FF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5</a:t>
            </a:fld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7430-5D00-86C6-7850-521743C4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A6157-531E-E256-8010-B5D334257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0"/>
            <a:ext cx="8458200" cy="54864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interface.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accurate detection.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system performance.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Data Collection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high-quality leaf images.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lighting and background conditions.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appearance of some diseases.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Status of Project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collected and studied.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model and research completed.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development and testing in progress.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1F5B5-2F02-83B3-3C87-8D2016957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009F-3F92-475B-B1D9-0CE431819213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584F5D-FA6F-B8B6-9DEA-009EA4C84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4128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5518150"/>
          </a:xfrm>
        </p:spPr>
        <p:txBody>
          <a:bodyPr/>
          <a:lstStyle/>
          <a:p>
            <a:r>
              <a:rPr lang="en-US" sz="2000" b="1" dirty="0"/>
              <a:t>Use Case Diagram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DA000-B4F6-53E8-16A6-1004F12E6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BF37-5162-4590-A6C6-1B025586CEF4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1FB65-6E2D-7F44-016E-E0B2ECC7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7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6953B5-569F-FA23-5484-917156C3D3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38127"/>
            <a:ext cx="7772400" cy="510078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45F2-5DD8-5992-38C1-83336677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</p:spPr>
        <p:txBody>
          <a:bodyPr wrap="square" anchor="ctr">
            <a:normAutofit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E379A-447C-E066-5DE0-9780B8FE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7FAB009F-3F92-475B-B1D9-0CE431819213}" type="datetime1">
              <a:rPr lang="en-US" smtClean="0"/>
              <a:pPr>
                <a:spcAft>
                  <a:spcPts val="600"/>
                </a:spcAft>
              </a:pPr>
              <a:t>3/18/2026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782032-0A24-E4AF-07D9-294F5F92C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wrap="square" anchor="ctr">
            <a:normAutofit/>
          </a:bodyPr>
          <a:lstStyle/>
          <a:p>
            <a:pPr marL="38100">
              <a:spcAft>
                <a:spcPts val="600"/>
              </a:spcAft>
            </a:pPr>
            <a:fld id="{81D60167-4931-47E6-BA6A-407CBD079E47}" type="slidenum">
              <a:rPr lang="en-IN" smtClean="0"/>
              <a:pPr marL="38100">
                <a:spcAft>
                  <a:spcPts val="600"/>
                </a:spcAft>
              </a:pPr>
              <a:t>8</a:t>
            </a:fld>
            <a:endParaRPr lang="en-IN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194E3B2-AA6A-F19F-D991-B3659CFF9B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8658401"/>
              </p:ext>
            </p:extLst>
          </p:nvPr>
        </p:nvGraphicFramePr>
        <p:xfrm>
          <a:off x="457200" y="13716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5923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</p:spPr>
        <p:txBody>
          <a:bodyPr wrap="square" anchor="ctr">
            <a:normAutofit/>
          </a:bodyPr>
          <a:lstStyle/>
          <a:p>
            <a:r>
              <a:rPr lang="en-US" b="1"/>
              <a:t>Development Kickoff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3FBA6-F7BA-0B65-2925-C6BC22FAE2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415AF32E-26B8-4D17-8C5F-913E0655C6AA}" type="datetime1">
              <a:rPr lang="en-US" smtClean="0"/>
              <a:pPr>
                <a:spcAft>
                  <a:spcPts val="600"/>
                </a:spcAft>
              </a:pPr>
              <a:t>3/18/2026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A3357-D920-E3E3-AD11-FC290F997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wrap="square" anchor="ctr">
            <a:normAutofit/>
          </a:bodyPr>
          <a:lstStyle/>
          <a:p>
            <a:pPr marL="38100">
              <a:spcAft>
                <a:spcPts val="600"/>
              </a:spcAft>
            </a:pPr>
            <a:fld id="{81D60167-4931-47E6-BA6A-407CBD079E47}" type="slidenum">
              <a:rPr lang="en-IN" smtClean="0"/>
              <a:pPr marL="38100">
                <a:spcAft>
                  <a:spcPts val="600"/>
                </a:spcAft>
              </a:pPr>
              <a:t>9</a:t>
            </a:fld>
            <a:endParaRPr lang="en-IN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DA4BBFD6-E6BB-0C90-7839-EE1E67ADE5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5166156"/>
              </p:ext>
            </p:extLst>
          </p:nvPr>
        </p:nvGraphicFramePr>
        <p:xfrm>
          <a:off x="457200" y="13716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200" b="1"/>
            </a:br>
            <a:r>
              <a:rPr lang="en-US" sz="3200" b="1"/>
              <a:t>SDG Goals Mapping</a:t>
            </a:r>
            <a:br>
              <a:rPr lang="en-US" sz="3200" b="1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05800" cy="4754563"/>
          </a:xfrm>
        </p:spPr>
        <p:txBody>
          <a:bodyPr/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2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Hunger: Helps improve crop production by detecting plant diseases early.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12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Consumption and Production: Reduces crop loss and promotes efficient use of agricultural resources.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15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 on Land: Supports healthy plant growth and sustainable farming.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farmers identify plant diseases quickly.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crop damage and improves productivity.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cost in manual disease detection.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79F6C-F41C-38B3-4E58-91612F5F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426D5-E499-41EF-B3A4-86735D515090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AEFA7-EA41-D787-AB76-AC3BBA7F9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10</a:t>
            </a:fld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FB9A1-2797-56A1-A91A-D94EF959D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0C414-7BB9-5334-40C4-776FDFD6D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to Sustainability and Social Good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smart agriculture using technology.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sustainable farming practices.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food security and farmers’ livelihood.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E5122-CC56-D290-330F-445FE6FD9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009F-3F92-475B-B1D9-0CE431819213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35FB2-5192-52D0-8214-44584C688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9969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 </a:t>
            </a:r>
            <a:br>
              <a:rPr lang="en-US" sz="3200" b="1" dirty="0"/>
            </a:br>
            <a:r>
              <a:rPr lang="en-US" sz="3200" b="1" dirty="0"/>
              <a:t>Multidisciplinary Approach</a:t>
            </a:r>
            <a:br>
              <a:rPr lang="en-US" sz="3200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365750"/>
          </a:xfrm>
        </p:spPr>
        <p:txBody>
          <a:bodyPr/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 Involved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/ Machine Learning: Used to detect plant diseases from leaf images.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Science: Used for dataset collection, analysis, and model training.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Collaboration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work together on data collection, model development, and testing.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are divided such as research, coding, dataset preparation, and documentation.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Interdisciplinary Innovation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technology and agriculture to solve real farming problems.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 and data analysis to create a smart solution for plant disease detection.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1C32D-B020-CF5A-CCC3-4DAE73E42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93343-DF52-465F-B380-EEB96FB7F3E6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434F2-FD53-A7DC-24D9-41DE03AD4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12</a:t>
            </a:fld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Novelty Factor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Makes This Project Unique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 / Machine Learning to detect plant diseases automatically.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more accurate than manual disease identification.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help farmers detect diseases at an early stage.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nearest market prices, Helps farmers compare and choose the best market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Existing Solutions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method: Farmers identify diseases manually which takes time and may be inaccurate.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 Image-based automatic detection using machine learning for better accuracy and speed, Shows nearest market prices, Helps farmers compare and choose the best market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02BCB-8685-3C1D-E51E-1F714C1C1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15528-F109-41E6-A9AC-EEB9FA79A25C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B1C85-D15E-A6CD-171C-117EB958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13</a:t>
            </a:fld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200" b="1" dirty="0"/>
            </a:br>
            <a:r>
              <a:rPr lang="en-US" sz="3200" b="1" dirty="0"/>
              <a:t>Challenges &amp; Risks</a:t>
            </a:r>
            <a:br>
              <a:rPr lang="en-US" sz="3200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830763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 Faced So Far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collecting high-quality plant leaf images.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lighting conditions and backgrounds in images.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plant diseases look very similar, making detection difficult.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dataset for certain plant diseases.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Risks &amp; Mitigation Strategies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disease prediction.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or unbalanced dataset.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 issues.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E66B1-0662-8C51-4FE9-A3821FA09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514EB-ADF4-44F4-B0DD-F8908B819805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69691-BF2B-44EF-8BCC-004B9DAF5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14</a:t>
            </a:fld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32842-42D4-E433-7684-2C4F64970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46074-0789-B779-D825-6A938EC96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Slide 12: Snapshots of Project Implementation</a:t>
            </a:r>
          </a:p>
          <a:p>
            <a:endParaRPr lang="en-US" sz="2800" b="1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8540A-94F2-CB70-38D7-2E127BF5C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FB45-03F9-4C34-8CBD-8AAE0B34908A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DED27-B714-C7B2-2B54-EFE3E5D48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15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7F09E1-0BBC-FFCB-7AB8-E3BF2C8DC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36" y="2019249"/>
            <a:ext cx="8101263" cy="410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104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B3DA7-2C7B-4C43-4D6E-2779307C5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378A4-3C4A-F3C6-E800-595898BC8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3048001"/>
            <a:ext cx="8229600" cy="1371600"/>
          </a:xfrm>
        </p:spPr>
        <p:txBody>
          <a:bodyPr/>
          <a:lstStyle/>
          <a:p>
            <a:pPr marL="0" indent="0" algn="ctr">
              <a:buNone/>
            </a:pPr>
            <a:r>
              <a:rPr lang="en-IN" sz="4400" b="1" dirty="0"/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DBD5D-E9AA-F2DE-1015-7C19C4EC9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009F-3F92-475B-B1D9-0CE431819213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455B2C-D2E3-E76B-BFE5-B1F6A3CA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536576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9AE925D5-DA43-4DD1-B6B6-8B467D16728C}" vid="{3EE72552-1DD1-4F59-AD60-F0ECC5712F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</TotalTime>
  <Words>841</Words>
  <Application>Microsoft Office PowerPoint</Application>
  <PresentationFormat>On-screen Show (4:3)</PresentationFormat>
  <Paragraphs>157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Theme1</vt:lpstr>
      <vt:lpstr>PowerPoint Presentation</vt:lpstr>
      <vt:lpstr>Agenda</vt:lpstr>
      <vt:lpstr>Project Overview</vt:lpstr>
      <vt:lpstr>    </vt:lpstr>
      <vt:lpstr> Requirement Gathering &amp; Data Collection </vt:lpstr>
      <vt:lpstr>   </vt:lpstr>
      <vt:lpstr>Design Phase</vt:lpstr>
      <vt:lpstr> </vt:lpstr>
      <vt:lpstr>Development Kickoff</vt:lpstr>
      <vt:lpstr> SDG Goals Mapping </vt:lpstr>
      <vt:lpstr> </vt:lpstr>
      <vt:lpstr>  Multidisciplinary Approach </vt:lpstr>
      <vt:lpstr>Novelty Factor</vt:lpstr>
      <vt:lpstr> Challenges &amp; Risks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RAVI KUMAR</cp:lastModifiedBy>
  <cp:revision>79</cp:revision>
  <dcterms:created xsi:type="dcterms:W3CDTF">2024-07-10T18:26:37Z</dcterms:created>
  <dcterms:modified xsi:type="dcterms:W3CDTF">2026-03-18T15:47:30Z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2024-07-10T00:00:00Z</vt:filetime>
  </property>
</Properties>
</file>